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5207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LEVANTÁ LA MANO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918160"/>
            <a:ext cx="679896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¿SOS </a:t>
            </a:r>
            <a:r>
              <a:rPr lang="en-US" sz="66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HUMANO</a:t>
            </a:r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4077720"/>
            <a:ext cx="64306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Cada vez te lo van a preguntar más seguido. Y con menos paciencia.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28200" y="2243160"/>
            <a:ext cx="5535720" cy="1496880"/>
          </a:xfrm>
          <a:custGeom>
            <a:avLst/>
            <a:gdLst/>
            <a:ahLst/>
            <a:rect l="0" t="0" r="r" b="b"/>
            <a:pathLst>
              <a:path w="15377" h="4158">
                <a:moveTo>
                  <a:pt x="914" y="887"/>
                </a:moveTo>
                <a:lnTo>
                  <a:pt x="914" y="2951"/>
                </a:lnTo>
                <a:cubicBezTo>
                  <a:pt x="914" y="2987"/>
                  <a:pt x="927" y="3018"/>
                  <a:pt x="953" y="3044"/>
                </a:cubicBezTo>
                <a:cubicBezTo>
                  <a:pt x="979" y="3070"/>
                  <a:pt x="1010" y="3083"/>
                  <a:pt x="1047" y="3083"/>
                </a:cubicBezTo>
                <a:lnTo>
                  <a:pt x="14330" y="3083"/>
                </a:lnTo>
                <a:cubicBezTo>
                  <a:pt x="14366" y="3083"/>
                  <a:pt x="14398" y="3070"/>
                  <a:pt x="14423" y="3044"/>
                </a:cubicBezTo>
                <a:cubicBezTo>
                  <a:pt x="14449" y="3018"/>
                  <a:pt x="14462" y="2987"/>
                  <a:pt x="14462" y="2951"/>
                </a:cubicBezTo>
                <a:lnTo>
                  <a:pt x="14462" y="887"/>
                </a:lnTo>
                <a:cubicBezTo>
                  <a:pt x="14462" y="850"/>
                  <a:pt x="14449" y="819"/>
                  <a:pt x="14423" y="793"/>
                </a:cubicBezTo>
                <a:cubicBezTo>
                  <a:pt x="14398" y="767"/>
                  <a:pt x="14366" y="754"/>
                  <a:pt x="14330" y="754"/>
                </a:cubicBezTo>
                <a:lnTo>
                  <a:pt x="1047" y="754"/>
                </a:lnTo>
                <a:cubicBezTo>
                  <a:pt x="1010" y="754"/>
                  <a:pt x="979" y="767"/>
                  <a:pt x="953" y="793"/>
                </a:cubicBezTo>
                <a:cubicBezTo>
                  <a:pt x="927" y="819"/>
                  <a:pt x="914" y="850"/>
                  <a:pt x="914" y="887"/>
                </a:cubicBezTo>
                <a:moveTo>
                  <a:pt x="0" y="0"/>
                </a:moveTo>
                <a:lnTo>
                  <a:pt x="15377" y="0"/>
                </a:lnTo>
                <a:lnTo>
                  <a:pt x="15377" y="4158"/>
                </a:lnTo>
                <a:lnTo>
                  <a:pt x="0" y="415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652560" y="250956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1"/>
                </a:lnTo>
                <a:cubicBezTo>
                  <a:pt x="13574" y="2220"/>
                  <a:pt x="13573" y="2230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2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2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30"/>
                  <a:pt x="0" y="2220"/>
                  <a:pt x="0" y="2211"/>
                </a:cubicBez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652560" y="250956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5"/>
                  <a:pt x="13476" y="8"/>
                  <a:pt x="13485" y="11"/>
                </a:cubicBezTo>
                <a:cubicBezTo>
                  <a:pt x="13493" y="15"/>
                  <a:pt x="13502" y="19"/>
                  <a:pt x="13510" y="25"/>
                </a:cubicBezTo>
                <a:cubicBezTo>
                  <a:pt x="13518" y="30"/>
                  <a:pt x="13525" y="36"/>
                  <a:pt x="13532" y="43"/>
                </a:cubicBezTo>
                <a:cubicBezTo>
                  <a:pt x="13539" y="50"/>
                  <a:pt x="13545" y="57"/>
                  <a:pt x="13550" y="65"/>
                </a:cubicBezTo>
                <a:cubicBezTo>
                  <a:pt x="13555" y="73"/>
                  <a:pt x="13560" y="81"/>
                  <a:pt x="13563" y="90"/>
                </a:cubicBezTo>
                <a:cubicBezTo>
                  <a:pt x="13567" y="99"/>
                  <a:pt x="13570" y="108"/>
                  <a:pt x="13572" y="117"/>
                </a:cubicBezTo>
                <a:cubicBezTo>
                  <a:pt x="13573" y="127"/>
                  <a:pt x="13574" y="136"/>
                  <a:pt x="13574" y="146"/>
                </a:cubicBezTo>
                <a:lnTo>
                  <a:pt x="13574" y="2211"/>
                </a:lnTo>
                <a:cubicBezTo>
                  <a:pt x="13574" y="2220"/>
                  <a:pt x="13573" y="2230"/>
                  <a:pt x="13572" y="2239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7"/>
                  <a:pt x="13532" y="2313"/>
                </a:cubicBezTo>
                <a:cubicBezTo>
                  <a:pt x="13525" y="2320"/>
                  <a:pt x="13518" y="2326"/>
                  <a:pt x="13510" y="2332"/>
                </a:cubicBezTo>
                <a:cubicBezTo>
                  <a:pt x="13502" y="2337"/>
                  <a:pt x="13493" y="2341"/>
                  <a:pt x="13485" y="2345"/>
                </a:cubicBezTo>
                <a:cubicBezTo>
                  <a:pt x="13476" y="2349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9"/>
                  <a:pt x="90" y="2345"/>
                </a:cubicBezTo>
                <a:cubicBezTo>
                  <a:pt x="81" y="2341"/>
                  <a:pt x="73" y="2337"/>
                  <a:pt x="65" y="2332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7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9"/>
                </a:cubicBezTo>
                <a:cubicBezTo>
                  <a:pt x="1" y="2230"/>
                  <a:pt x="0" y="2220"/>
                  <a:pt x="0" y="2211"/>
                </a:cubicBezTo>
                <a:close/>
              </a:path>
            </a:pathLst>
          </a:custGeom>
          <a:noFill/>
          <a:ln w="9360">
            <a:solidFill>
              <a:srgbClr val="C9C9C9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883960" y="1779120"/>
            <a:ext cx="635256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Verificar tu humanidad ya es rutina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14760" y="2802960"/>
            <a:ext cx="161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202124"/>
                </a:solidFill>
                <a:effectLst/>
                <a:uFillTx/>
                <a:latin typeface="Arial"/>
                <a:ea typeface="Arial"/>
              </a:rPr>
              <a:t>No soy un robot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247160" y="2757600"/>
            <a:ext cx="889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5F6368"/>
                </a:solidFill>
                <a:effectLst/>
                <a:uFillTx/>
                <a:latin typeface="Arial"/>
                <a:ea typeface="Arial"/>
              </a:rPr>
              <a:t>reCAPTCHA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121160" y="2982600"/>
            <a:ext cx="11124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9AA0A6"/>
                </a:solidFill>
                <a:effectLst/>
                <a:uFillTx/>
                <a:latin typeface="Arial"/>
                <a:ea typeface="Arial"/>
              </a:rPr>
              <a:t>Privacidad · Términos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077560" y="3610800"/>
            <a:ext cx="7785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Semáforos, bicicletas, "seleccioná todas las imágenes con un colectivo". Un trámite.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02000" y="4265280"/>
            <a:ext cx="53154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¿Y si dejara de ser un trámite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839040" y="4722480"/>
            <a:ext cx="4447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y pasara a ser un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juicio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3914640" y="27334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1"/>
                  <a:pt x="1097" y="16"/>
                </a:cubicBezTo>
                <a:cubicBezTo>
                  <a:pt x="1102" y="21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80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6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6"/>
                  <a:pt x="20" y="1102"/>
                  <a:pt x="15" y="1097"/>
                </a:cubicBezTo>
                <a:cubicBezTo>
                  <a:pt x="10" y="1092"/>
                  <a:pt x="7" y="1086"/>
                  <a:pt x="4" y="1080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3914640" y="27334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1"/>
                  <a:pt x="15" y="16"/>
                </a:cubicBezTo>
                <a:cubicBezTo>
                  <a:pt x="20" y="11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7"/>
                  <a:pt x="1092" y="11"/>
                  <a:pt x="1097" y="16"/>
                </a:cubicBezTo>
                <a:cubicBezTo>
                  <a:pt x="1102" y="21"/>
                  <a:pt x="1105" y="26"/>
                  <a:pt x="1108" y="33"/>
                </a:cubicBezTo>
                <a:cubicBezTo>
                  <a:pt x="1111" y="39"/>
                  <a:pt x="1112" y="46"/>
                  <a:pt x="1112" y="53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80"/>
                </a:cubicBezTo>
                <a:cubicBezTo>
                  <a:pt x="1105" y="1086"/>
                  <a:pt x="1102" y="1092"/>
                  <a:pt x="1097" y="1097"/>
                </a:cubicBezTo>
                <a:cubicBezTo>
                  <a:pt x="1092" y="1102"/>
                  <a:pt x="1086" y="1106"/>
                  <a:pt x="1079" y="1108"/>
                </a:cubicBezTo>
                <a:cubicBezTo>
                  <a:pt x="1073" y="1111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1"/>
                  <a:pt x="33" y="1108"/>
                </a:cubicBezTo>
                <a:cubicBezTo>
                  <a:pt x="26" y="1106"/>
                  <a:pt x="20" y="1102"/>
                  <a:pt x="15" y="1097"/>
                </a:cubicBezTo>
                <a:cubicBezTo>
                  <a:pt x="10" y="1092"/>
                  <a:pt x="7" y="1086"/>
                  <a:pt x="4" y="1080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noFill/>
          <a:ln w="18720">
            <a:solidFill>
              <a:srgbClr val="DD3333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990960" y="2640240"/>
            <a:ext cx="41868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1" u="none" strike="noStrike">
                <a:solidFill>
                  <a:srgbClr val="DD3333"/>
                </a:solidFill>
                <a:effectLst/>
                <a:uFillTx/>
                <a:latin typeface="Arial"/>
                <a:ea typeface="Arial"/>
              </a:rPr>
              <a:t>×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809720" y="18381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A0F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809720" y="18381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62120" y="849960"/>
            <a:ext cx="539064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HumanDetector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990520" y="18381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990520" y="18381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2042280" y="211752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🙅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809720" y="31143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0F1A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809720" y="31143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276720" y="2319120"/>
            <a:ext cx="38084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"Marcá la casilla: no soy un robot."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990520" y="31143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224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990520" y="31143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2042280" y="339408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AFFF2"/>
                </a:solidFill>
                <a:effectLst/>
                <a:uFillTx/>
                <a:latin typeface="NotoColorEmoji"/>
                <a:ea typeface="NotoColorEmoji"/>
              </a:rPr>
              <a:t>🙆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76720" y="3595320"/>
            <a:ext cx="3877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"Demostralo. Con la cara. En vivo."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187720" y="4636800"/>
            <a:ext cx="77076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Un sistema que te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presiona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a demostrar tu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626120" y="5094000"/>
            <a:ext cx="88286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humanidad — en un mundo donde cada vez más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583160" y="5551200"/>
            <a:ext cx="2986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reemplazan.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766440" y="120456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1"/>
                  <a:pt x="29486" y="16"/>
                </a:cubicBezTo>
                <a:cubicBezTo>
                  <a:pt x="29498" y="21"/>
                  <a:pt x="29509" y="27"/>
                  <a:pt x="29520" y="34"/>
                </a:cubicBezTo>
                <a:cubicBezTo>
                  <a:pt x="29531" y="41"/>
                  <a:pt x="29541" y="49"/>
                  <a:pt x="29550" y="59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100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1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3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3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1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766440" y="120456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100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1"/>
                  <a:pt x="29486" y="16"/>
                </a:cubicBezTo>
                <a:cubicBezTo>
                  <a:pt x="29498" y="21"/>
                  <a:pt x="29509" y="27"/>
                  <a:pt x="29520" y="34"/>
                </a:cubicBezTo>
                <a:cubicBezTo>
                  <a:pt x="29531" y="41"/>
                  <a:pt x="29541" y="49"/>
                  <a:pt x="29550" y="59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100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1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3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3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1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85680" y="134748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20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7"/>
                </a:cubicBezTo>
                <a:cubicBezTo>
                  <a:pt x="1508" y="127"/>
                  <a:pt x="1509" y="136"/>
                  <a:pt x="1509" y="146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8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6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6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8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62120" y="474480"/>
            <a:ext cx="2773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funciona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140480" y="14439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66440" y="208116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66440" y="208116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985680" y="222408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5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743120" y="1433160"/>
            <a:ext cx="74437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Escaneás el QR. Ya estás colaborando con tu propio interrogatorio.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40480" y="232020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766440" y="2957400"/>
            <a:ext cx="10658880" cy="1019520"/>
          </a:xfrm>
          <a:custGeom>
            <a:avLst/>
            <a:gdLst/>
            <a:ahLst/>
            <a:rect l="0" t="0" r="r" b="b"/>
            <a:pathLst>
              <a:path w="29608" h="2832">
                <a:moveTo>
                  <a:pt x="0" y="2633"/>
                </a:moveTo>
                <a:lnTo>
                  <a:pt x="0" y="198"/>
                </a:lnTo>
                <a:cubicBezTo>
                  <a:pt x="0" y="185"/>
                  <a:pt x="2" y="172"/>
                  <a:pt x="4" y="160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60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2633"/>
                </a:lnTo>
                <a:cubicBezTo>
                  <a:pt x="29608" y="2646"/>
                  <a:pt x="29607" y="2659"/>
                  <a:pt x="29604" y="2672"/>
                </a:cubicBezTo>
                <a:cubicBezTo>
                  <a:pt x="29602" y="2685"/>
                  <a:pt x="29598" y="2697"/>
                  <a:pt x="29593" y="2709"/>
                </a:cubicBezTo>
                <a:cubicBezTo>
                  <a:pt x="29588" y="2721"/>
                  <a:pt x="29582" y="2733"/>
                  <a:pt x="29575" y="2744"/>
                </a:cubicBezTo>
                <a:cubicBezTo>
                  <a:pt x="29568" y="2754"/>
                  <a:pt x="29559" y="2765"/>
                  <a:pt x="29550" y="2774"/>
                </a:cubicBezTo>
                <a:cubicBezTo>
                  <a:pt x="29541" y="2783"/>
                  <a:pt x="29531" y="2791"/>
                  <a:pt x="29520" y="2798"/>
                </a:cubicBezTo>
                <a:cubicBezTo>
                  <a:pt x="29509" y="2806"/>
                  <a:pt x="29498" y="2812"/>
                  <a:pt x="29486" y="2817"/>
                </a:cubicBezTo>
                <a:cubicBezTo>
                  <a:pt x="29474" y="2822"/>
                  <a:pt x="29461" y="2825"/>
                  <a:pt x="29449" y="2828"/>
                </a:cubicBezTo>
                <a:cubicBezTo>
                  <a:pt x="29436" y="2831"/>
                  <a:pt x="29423" y="2832"/>
                  <a:pt x="29410" y="2832"/>
                </a:cubicBezTo>
                <a:lnTo>
                  <a:pt x="199" y="2832"/>
                </a:lnTo>
                <a:cubicBezTo>
                  <a:pt x="186" y="2832"/>
                  <a:pt x="173" y="2831"/>
                  <a:pt x="160" y="2828"/>
                </a:cubicBezTo>
                <a:cubicBezTo>
                  <a:pt x="147" y="2825"/>
                  <a:pt x="135" y="2822"/>
                  <a:pt x="123" y="2817"/>
                </a:cubicBezTo>
                <a:cubicBezTo>
                  <a:pt x="111" y="2812"/>
                  <a:pt x="99" y="2806"/>
                  <a:pt x="89" y="2798"/>
                </a:cubicBezTo>
                <a:cubicBezTo>
                  <a:pt x="78" y="2791"/>
                  <a:pt x="68" y="2783"/>
                  <a:pt x="59" y="2774"/>
                </a:cubicBezTo>
                <a:cubicBezTo>
                  <a:pt x="49" y="2765"/>
                  <a:pt x="41" y="2754"/>
                  <a:pt x="34" y="2744"/>
                </a:cubicBezTo>
                <a:cubicBezTo>
                  <a:pt x="27" y="2733"/>
                  <a:pt x="20" y="2721"/>
                  <a:pt x="16" y="2709"/>
                </a:cubicBezTo>
                <a:cubicBezTo>
                  <a:pt x="11" y="2697"/>
                  <a:pt x="7" y="2685"/>
                  <a:pt x="4" y="2672"/>
                </a:cubicBezTo>
                <a:cubicBezTo>
                  <a:pt x="2" y="2659"/>
                  <a:pt x="0" y="2646"/>
                  <a:pt x="0" y="2633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66440" y="2957400"/>
            <a:ext cx="10658880" cy="1019520"/>
          </a:xfrm>
          <a:custGeom>
            <a:avLst/>
            <a:gdLst/>
            <a:ahLst/>
            <a:rect l="0" t="0" r="r" b="b"/>
            <a:pathLst>
              <a:path w="29608" h="2832">
                <a:moveTo>
                  <a:pt x="0" y="2633"/>
                </a:moveTo>
                <a:lnTo>
                  <a:pt x="0" y="198"/>
                </a:lnTo>
                <a:cubicBezTo>
                  <a:pt x="0" y="185"/>
                  <a:pt x="2" y="172"/>
                  <a:pt x="4" y="160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60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2633"/>
                </a:lnTo>
                <a:cubicBezTo>
                  <a:pt x="29608" y="2646"/>
                  <a:pt x="29607" y="2659"/>
                  <a:pt x="29604" y="2672"/>
                </a:cubicBezTo>
                <a:cubicBezTo>
                  <a:pt x="29602" y="2685"/>
                  <a:pt x="29598" y="2697"/>
                  <a:pt x="29593" y="2709"/>
                </a:cubicBezTo>
                <a:cubicBezTo>
                  <a:pt x="29588" y="2721"/>
                  <a:pt x="29582" y="2733"/>
                  <a:pt x="29575" y="2744"/>
                </a:cubicBezTo>
                <a:cubicBezTo>
                  <a:pt x="29568" y="2754"/>
                  <a:pt x="29559" y="2765"/>
                  <a:pt x="29550" y="2774"/>
                </a:cubicBezTo>
                <a:cubicBezTo>
                  <a:pt x="29541" y="2783"/>
                  <a:pt x="29531" y="2791"/>
                  <a:pt x="29520" y="2798"/>
                </a:cubicBezTo>
                <a:cubicBezTo>
                  <a:pt x="29509" y="2806"/>
                  <a:pt x="29498" y="2812"/>
                  <a:pt x="29486" y="2817"/>
                </a:cubicBezTo>
                <a:cubicBezTo>
                  <a:pt x="29474" y="2822"/>
                  <a:pt x="29461" y="2825"/>
                  <a:pt x="29449" y="2828"/>
                </a:cubicBezTo>
                <a:cubicBezTo>
                  <a:pt x="29436" y="2831"/>
                  <a:pt x="29423" y="2832"/>
                  <a:pt x="29410" y="2832"/>
                </a:cubicBezTo>
                <a:lnTo>
                  <a:pt x="199" y="2832"/>
                </a:lnTo>
                <a:cubicBezTo>
                  <a:pt x="186" y="2832"/>
                  <a:pt x="173" y="2831"/>
                  <a:pt x="160" y="2828"/>
                </a:cubicBezTo>
                <a:cubicBezTo>
                  <a:pt x="147" y="2825"/>
                  <a:pt x="135" y="2822"/>
                  <a:pt x="123" y="2817"/>
                </a:cubicBezTo>
                <a:cubicBezTo>
                  <a:pt x="111" y="2812"/>
                  <a:pt x="99" y="2806"/>
                  <a:pt x="89" y="2798"/>
                </a:cubicBezTo>
                <a:cubicBezTo>
                  <a:pt x="78" y="2791"/>
                  <a:pt x="68" y="2783"/>
                  <a:pt x="59" y="2774"/>
                </a:cubicBezTo>
                <a:cubicBezTo>
                  <a:pt x="49" y="2765"/>
                  <a:pt x="41" y="2754"/>
                  <a:pt x="34" y="2744"/>
                </a:cubicBezTo>
                <a:cubicBezTo>
                  <a:pt x="27" y="2733"/>
                  <a:pt x="20" y="2721"/>
                  <a:pt x="16" y="2709"/>
                </a:cubicBezTo>
                <a:cubicBezTo>
                  <a:pt x="11" y="2697"/>
                  <a:pt x="7" y="2685"/>
                  <a:pt x="4" y="2672"/>
                </a:cubicBezTo>
                <a:cubicBezTo>
                  <a:pt x="2" y="2659"/>
                  <a:pt x="0" y="2646"/>
                  <a:pt x="0" y="2633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985680" y="324324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743120" y="2309400"/>
            <a:ext cx="9055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das acceso a la cámara. "Nada se guarda", te promete. Vos decidís si le creés.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40480" y="33393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743120" y="3138120"/>
            <a:ext cx="87966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Te pide un gesto y lo hacés en público, sintiéndote ridículo. </a:t>
            </a:r>
            <a:r>
              <a:rPr lang="en-US" sz="19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MediaPipe te lee la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41194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8"/>
                </a:cubicBezTo>
                <a:cubicBezTo>
                  <a:pt x="29602" y="1891"/>
                  <a:pt x="29598" y="1903"/>
                  <a:pt x="29593" y="1916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6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66440" y="41194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8"/>
                </a:cubicBezTo>
                <a:cubicBezTo>
                  <a:pt x="29602" y="1891"/>
                  <a:pt x="29598" y="1903"/>
                  <a:pt x="29593" y="1916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6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85680" y="426240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8"/>
                </a:lnTo>
                <a:cubicBezTo>
                  <a:pt x="1509" y="1107"/>
                  <a:pt x="1508" y="1117"/>
                  <a:pt x="1506" y="1126"/>
                </a:cubicBezTo>
                <a:cubicBezTo>
                  <a:pt x="1504" y="1135"/>
                  <a:pt x="1502" y="1144"/>
                  <a:pt x="1498" y="1153"/>
                </a:cubicBezTo>
                <a:cubicBezTo>
                  <a:pt x="1494" y="1162"/>
                  <a:pt x="1490" y="1171"/>
                  <a:pt x="1485" y="1178"/>
                </a:cubicBezTo>
                <a:cubicBezTo>
                  <a:pt x="1479" y="1186"/>
                  <a:pt x="1473" y="1194"/>
                  <a:pt x="1466" y="1201"/>
                </a:cubicBezTo>
                <a:cubicBezTo>
                  <a:pt x="1460" y="1207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7"/>
                  <a:pt x="43" y="1201"/>
                </a:cubicBezTo>
                <a:cubicBezTo>
                  <a:pt x="36" y="1194"/>
                  <a:pt x="30" y="1186"/>
                  <a:pt x="24" y="1178"/>
                </a:cubicBezTo>
                <a:cubicBezTo>
                  <a:pt x="19" y="1171"/>
                  <a:pt x="15" y="1162"/>
                  <a:pt x="11" y="1153"/>
                </a:cubicBezTo>
                <a:cubicBezTo>
                  <a:pt x="7" y="1144"/>
                  <a:pt x="5" y="1135"/>
                  <a:pt x="3" y="1126"/>
                </a:cubicBezTo>
                <a:cubicBezTo>
                  <a:pt x="1" y="1117"/>
                  <a:pt x="0" y="1107"/>
                  <a:pt x="0" y="1098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743120" y="3509640"/>
            <a:ext cx="5109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cara de verdad</a:t>
            </a:r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parpadeo, giro, inclinación.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140480" y="435852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743120" y="4347720"/>
            <a:ext cx="76233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Aprobás ese paso → el siguiente es peor. Nunca hay un último paso.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37080" y="5103360"/>
            <a:ext cx="48697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Tranquilo: nada se guarda.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141640" y="5560560"/>
            <a:ext cx="7792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Eso es, palabra por palabra, lo que diría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un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756240" y="6017760"/>
            <a:ext cx="46159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sistema que guarda todo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776160" y="154764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9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5" y="147"/>
                  <a:pt x="9" y="135"/>
                  <a:pt x="13" y="122"/>
                </a:cubicBezTo>
                <a:cubicBezTo>
                  <a:pt x="17" y="110"/>
                  <a:pt x="23" y="99"/>
                  <a:pt x="29" y="88"/>
                </a:cubicBezTo>
                <a:cubicBezTo>
                  <a:pt x="35" y="77"/>
                  <a:pt x="42" y="67"/>
                  <a:pt x="50" y="58"/>
                </a:cubicBezTo>
                <a:cubicBezTo>
                  <a:pt x="58" y="49"/>
                  <a:pt x="67" y="41"/>
                  <a:pt x="76" y="33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6"/>
                  <a:pt x="138" y="4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4"/>
                </a:cubicBezTo>
                <a:cubicBezTo>
                  <a:pt x="29434" y="6"/>
                  <a:pt x="29447" y="10"/>
                  <a:pt x="29459" y="15"/>
                </a:cubicBezTo>
                <a:cubicBezTo>
                  <a:pt x="29471" y="20"/>
                  <a:pt x="29482" y="26"/>
                  <a:pt x="29493" y="33"/>
                </a:cubicBezTo>
                <a:cubicBezTo>
                  <a:pt x="29504" y="41"/>
                  <a:pt x="29514" y="49"/>
                  <a:pt x="29523" y="58"/>
                </a:cubicBezTo>
                <a:cubicBezTo>
                  <a:pt x="29532" y="67"/>
                  <a:pt x="29541" y="77"/>
                  <a:pt x="29548" y="88"/>
                </a:cubicBezTo>
                <a:cubicBezTo>
                  <a:pt x="29555" y="99"/>
                  <a:pt x="29561" y="110"/>
                  <a:pt x="29566" y="122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2"/>
                  <a:pt x="29581" y="185"/>
                  <a:pt x="29581" y="198"/>
                </a:cubicBezTo>
                <a:lnTo>
                  <a:pt x="29581" y="2819"/>
                </a:lnTo>
                <a:cubicBezTo>
                  <a:pt x="29581" y="2832"/>
                  <a:pt x="29580" y="2845"/>
                  <a:pt x="29577" y="2858"/>
                </a:cubicBezTo>
                <a:cubicBezTo>
                  <a:pt x="29575" y="2870"/>
                  <a:pt x="29571" y="2883"/>
                  <a:pt x="29566" y="2895"/>
                </a:cubicBezTo>
                <a:cubicBezTo>
                  <a:pt x="29561" y="2907"/>
                  <a:pt x="29555" y="2918"/>
                  <a:pt x="29548" y="2929"/>
                </a:cubicBezTo>
                <a:cubicBezTo>
                  <a:pt x="29541" y="2940"/>
                  <a:pt x="29532" y="2950"/>
                  <a:pt x="29523" y="2959"/>
                </a:cubicBezTo>
                <a:cubicBezTo>
                  <a:pt x="29514" y="2968"/>
                  <a:pt x="29504" y="2977"/>
                  <a:pt x="29493" y="2984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1"/>
                  <a:pt x="29422" y="3013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3"/>
                </a:cubicBezTo>
                <a:cubicBezTo>
                  <a:pt x="127" y="3011"/>
                  <a:pt x="116" y="3007"/>
                  <a:pt x="106" y="3002"/>
                </a:cubicBezTo>
                <a:cubicBezTo>
                  <a:pt x="96" y="2997"/>
                  <a:pt x="86" y="2991"/>
                  <a:pt x="76" y="2984"/>
                </a:cubicBezTo>
                <a:cubicBezTo>
                  <a:pt x="67" y="2977"/>
                  <a:pt x="58" y="2968"/>
                  <a:pt x="50" y="2959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8"/>
                  <a:pt x="17" y="2907"/>
                  <a:pt x="13" y="2895"/>
                </a:cubicBezTo>
                <a:cubicBezTo>
                  <a:pt x="9" y="2883"/>
                  <a:pt x="5" y="2870"/>
                  <a:pt x="3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814680" y="155232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9371" y="94"/>
                </a:moveTo>
                <a:lnTo>
                  <a:pt x="208" y="94"/>
                </a:lnTo>
                <a:lnTo>
                  <a:pt x="0" y="24"/>
                </a:lnTo>
                <a:cubicBezTo>
                  <a:pt x="5" y="20"/>
                  <a:pt x="9" y="17"/>
                  <a:pt x="14" y="14"/>
                </a:cubicBezTo>
                <a:cubicBezTo>
                  <a:pt x="30" y="5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5"/>
                  <a:pt x="29347" y="14"/>
                </a:cubicBezTo>
                <a:cubicBezTo>
                  <a:pt x="29369" y="24"/>
                  <a:pt x="29389" y="37"/>
                  <a:pt x="29407" y="54"/>
                </a:cubicBezTo>
                <a:cubicBezTo>
                  <a:pt x="29407" y="55"/>
                  <a:pt x="29408" y="55"/>
                  <a:pt x="29408" y="56"/>
                </a:cubicBezTo>
                <a:lnTo>
                  <a:pt x="29371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814680" y="259524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08" y="0"/>
                </a:moveTo>
                <a:lnTo>
                  <a:pt x="29371" y="0"/>
                </a:lnTo>
                <a:lnTo>
                  <a:pt x="29408" y="38"/>
                </a:lnTo>
                <a:cubicBezTo>
                  <a:pt x="29408" y="39"/>
                  <a:pt x="29407" y="39"/>
                  <a:pt x="29407" y="40"/>
                </a:cubicBezTo>
                <a:cubicBezTo>
                  <a:pt x="29389" y="57"/>
                  <a:pt x="29369" y="71"/>
                  <a:pt x="29347" y="80"/>
                </a:cubicBezTo>
                <a:cubicBezTo>
                  <a:pt x="29324" y="89"/>
                  <a:pt x="29300" y="94"/>
                  <a:pt x="29276" y="94"/>
                </a:cubicBezTo>
                <a:lnTo>
                  <a:pt x="65" y="94"/>
                </a:lnTo>
                <a:cubicBezTo>
                  <a:pt x="47" y="94"/>
                  <a:pt x="30" y="89"/>
                  <a:pt x="14" y="80"/>
                </a:cubicBezTo>
                <a:cubicBezTo>
                  <a:pt x="9" y="77"/>
                  <a:pt x="5" y="74"/>
                  <a:pt x="0" y="71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1386800" y="1571760"/>
            <a:ext cx="33840" cy="1037880"/>
          </a:xfrm>
          <a:custGeom>
            <a:avLst/>
            <a:gdLst/>
            <a:ahLst/>
            <a:rect l="0" t="0" r="r" b="b"/>
            <a:pathLst>
              <a:path w="94" h="2883">
                <a:moveTo>
                  <a:pt x="0" y="2844"/>
                </a:moveTo>
                <a:lnTo>
                  <a:pt x="0" y="39"/>
                </a:lnTo>
                <a:lnTo>
                  <a:pt x="39" y="0"/>
                </a:lnTo>
                <a:cubicBezTo>
                  <a:pt x="56" y="18"/>
                  <a:pt x="71" y="38"/>
                  <a:pt x="80" y="61"/>
                </a:cubicBezTo>
                <a:cubicBezTo>
                  <a:pt x="89" y="83"/>
                  <a:pt x="94" y="107"/>
                  <a:pt x="94" y="131"/>
                </a:cubicBezTo>
                <a:lnTo>
                  <a:pt x="94" y="2751"/>
                </a:lnTo>
                <a:cubicBezTo>
                  <a:pt x="94" y="2775"/>
                  <a:pt x="89" y="2799"/>
                  <a:pt x="80" y="2822"/>
                </a:cubicBezTo>
                <a:cubicBezTo>
                  <a:pt x="71" y="2845"/>
                  <a:pt x="56" y="2865"/>
                  <a:pt x="39" y="2883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790560" y="156060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3"/>
                </a:moveTo>
                <a:lnTo>
                  <a:pt x="107" y="2932"/>
                </a:lnTo>
                <a:lnTo>
                  <a:pt x="68" y="2945"/>
                </a:lnTo>
                <a:cubicBezTo>
                  <a:pt x="57" y="2937"/>
                  <a:pt x="47" y="2926"/>
                  <a:pt x="38" y="2914"/>
                </a:cubicBezTo>
                <a:cubicBezTo>
                  <a:pt x="26" y="2896"/>
                  <a:pt x="16" y="2876"/>
                  <a:pt x="10" y="2854"/>
                </a:cubicBezTo>
                <a:cubicBezTo>
                  <a:pt x="3" y="2831"/>
                  <a:pt x="0" y="2807"/>
                  <a:pt x="0" y="2783"/>
                </a:cubicBezTo>
                <a:lnTo>
                  <a:pt x="0" y="163"/>
                </a:lnTo>
                <a:cubicBezTo>
                  <a:pt x="0" y="139"/>
                  <a:pt x="3" y="115"/>
                  <a:pt x="10" y="93"/>
                </a:cubicBezTo>
                <a:cubicBezTo>
                  <a:pt x="16" y="69"/>
                  <a:pt x="26" y="49"/>
                  <a:pt x="38" y="31"/>
                </a:cubicBezTo>
                <a:cubicBezTo>
                  <a:pt x="47" y="19"/>
                  <a:pt x="57" y="8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762120" y="817200"/>
            <a:ext cx="3728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Primeras reacciones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000080" y="16912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☆ ☆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00080" y="1973520"/>
            <a:ext cx="60483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"Hice todo lo que me pidió. Sigo sin ser humano oficialmente."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776160" y="275724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8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5" y="147"/>
                  <a:pt x="9" y="135"/>
                  <a:pt x="13" y="123"/>
                </a:cubicBezTo>
                <a:cubicBezTo>
                  <a:pt x="17" y="111"/>
                  <a:pt x="23" y="99"/>
                  <a:pt x="29" y="88"/>
                </a:cubicBezTo>
                <a:cubicBezTo>
                  <a:pt x="35" y="78"/>
                  <a:pt x="42" y="68"/>
                  <a:pt x="50" y="58"/>
                </a:cubicBezTo>
                <a:cubicBezTo>
                  <a:pt x="58" y="49"/>
                  <a:pt x="67" y="41"/>
                  <a:pt x="76" y="34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7"/>
                  <a:pt x="138" y="4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4"/>
                </a:cubicBezTo>
                <a:cubicBezTo>
                  <a:pt x="29434" y="7"/>
                  <a:pt x="29447" y="10"/>
                  <a:pt x="29459" y="15"/>
                </a:cubicBezTo>
                <a:cubicBezTo>
                  <a:pt x="29471" y="20"/>
                  <a:pt x="29482" y="26"/>
                  <a:pt x="29493" y="34"/>
                </a:cubicBezTo>
                <a:cubicBezTo>
                  <a:pt x="29504" y="41"/>
                  <a:pt x="29514" y="49"/>
                  <a:pt x="29523" y="58"/>
                </a:cubicBezTo>
                <a:cubicBezTo>
                  <a:pt x="29532" y="68"/>
                  <a:pt x="29541" y="78"/>
                  <a:pt x="29548" y="88"/>
                </a:cubicBezTo>
                <a:cubicBezTo>
                  <a:pt x="29555" y="99"/>
                  <a:pt x="29561" y="111"/>
                  <a:pt x="29566" y="123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3"/>
                  <a:pt x="29581" y="186"/>
                  <a:pt x="29581" y="199"/>
                </a:cubicBezTo>
                <a:lnTo>
                  <a:pt x="29581" y="2818"/>
                </a:lnTo>
                <a:cubicBezTo>
                  <a:pt x="29581" y="2831"/>
                  <a:pt x="29580" y="2844"/>
                  <a:pt x="29577" y="2857"/>
                </a:cubicBezTo>
                <a:cubicBezTo>
                  <a:pt x="29575" y="2869"/>
                  <a:pt x="29571" y="2882"/>
                  <a:pt x="29566" y="2894"/>
                </a:cubicBezTo>
                <a:cubicBezTo>
                  <a:pt x="29561" y="2907"/>
                  <a:pt x="29555" y="2918"/>
                  <a:pt x="29548" y="2929"/>
                </a:cubicBezTo>
                <a:cubicBezTo>
                  <a:pt x="29541" y="2940"/>
                  <a:pt x="29532" y="2950"/>
                  <a:pt x="29523" y="2959"/>
                </a:cubicBezTo>
                <a:cubicBezTo>
                  <a:pt x="29514" y="2969"/>
                  <a:pt x="29504" y="2977"/>
                  <a:pt x="29493" y="2984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1"/>
                  <a:pt x="29422" y="3014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4"/>
                </a:cubicBezTo>
                <a:cubicBezTo>
                  <a:pt x="127" y="3011"/>
                  <a:pt x="116" y="3007"/>
                  <a:pt x="106" y="3002"/>
                </a:cubicBezTo>
                <a:cubicBezTo>
                  <a:pt x="96" y="2997"/>
                  <a:pt x="86" y="2991"/>
                  <a:pt x="76" y="2984"/>
                </a:cubicBezTo>
                <a:cubicBezTo>
                  <a:pt x="67" y="2977"/>
                  <a:pt x="58" y="2969"/>
                  <a:pt x="50" y="2959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8"/>
                  <a:pt x="17" y="2907"/>
                  <a:pt x="13" y="2894"/>
                </a:cubicBezTo>
                <a:cubicBezTo>
                  <a:pt x="9" y="2882"/>
                  <a:pt x="5" y="2869"/>
                  <a:pt x="3" y="2857"/>
                </a:cubicBezTo>
                <a:cubicBezTo>
                  <a:pt x="1" y="2844"/>
                  <a:pt x="0" y="2831"/>
                  <a:pt x="0" y="2818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814680" y="276192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9371" y="94"/>
                </a:moveTo>
                <a:lnTo>
                  <a:pt x="208" y="94"/>
                </a:lnTo>
                <a:lnTo>
                  <a:pt x="0" y="25"/>
                </a:lnTo>
                <a:cubicBezTo>
                  <a:pt x="5" y="21"/>
                  <a:pt x="9" y="18"/>
                  <a:pt x="14" y="16"/>
                </a:cubicBezTo>
                <a:cubicBezTo>
                  <a:pt x="30" y="5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5"/>
                  <a:pt x="29347" y="16"/>
                </a:cubicBezTo>
                <a:cubicBezTo>
                  <a:pt x="29369" y="25"/>
                  <a:pt x="29389" y="38"/>
                  <a:pt x="29407" y="56"/>
                </a:cubicBezTo>
                <a:lnTo>
                  <a:pt x="29408" y="57"/>
                </a:lnTo>
                <a:lnTo>
                  <a:pt x="29371" y="9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14680" y="380520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08" y="0"/>
                </a:moveTo>
                <a:lnTo>
                  <a:pt x="29371" y="0"/>
                </a:lnTo>
                <a:lnTo>
                  <a:pt x="29408" y="37"/>
                </a:lnTo>
                <a:lnTo>
                  <a:pt x="29407" y="38"/>
                </a:lnTo>
                <a:cubicBezTo>
                  <a:pt x="29389" y="55"/>
                  <a:pt x="29369" y="70"/>
                  <a:pt x="29347" y="79"/>
                </a:cubicBezTo>
                <a:cubicBezTo>
                  <a:pt x="29324" y="89"/>
                  <a:pt x="29300" y="93"/>
                  <a:pt x="29276" y="93"/>
                </a:cubicBezTo>
                <a:lnTo>
                  <a:pt x="65" y="93"/>
                </a:lnTo>
                <a:cubicBezTo>
                  <a:pt x="47" y="93"/>
                  <a:pt x="30" y="89"/>
                  <a:pt x="14" y="79"/>
                </a:cubicBezTo>
                <a:cubicBezTo>
                  <a:pt x="9" y="76"/>
                  <a:pt x="5" y="73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1386800" y="27817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2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799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90560" y="277020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3"/>
                </a:moveTo>
                <a:lnTo>
                  <a:pt x="107" y="2933"/>
                </a:lnTo>
                <a:lnTo>
                  <a:pt x="68" y="2945"/>
                </a:lnTo>
                <a:cubicBezTo>
                  <a:pt x="57" y="2937"/>
                  <a:pt x="47" y="2926"/>
                  <a:pt x="38" y="2914"/>
                </a:cubicBezTo>
                <a:cubicBezTo>
                  <a:pt x="26" y="2897"/>
                  <a:pt x="16" y="2877"/>
                  <a:pt x="10" y="2854"/>
                </a:cubicBezTo>
                <a:cubicBezTo>
                  <a:pt x="3" y="2831"/>
                  <a:pt x="0" y="2808"/>
                  <a:pt x="0" y="2783"/>
                </a:cubicBezTo>
                <a:lnTo>
                  <a:pt x="0" y="163"/>
                </a:lnTo>
                <a:cubicBezTo>
                  <a:pt x="0" y="138"/>
                  <a:pt x="3" y="114"/>
                  <a:pt x="10" y="92"/>
                </a:cubicBezTo>
                <a:cubicBezTo>
                  <a:pt x="16" y="69"/>
                  <a:pt x="26" y="49"/>
                  <a:pt x="38" y="32"/>
                </a:cubicBezTo>
                <a:cubicBezTo>
                  <a:pt x="47" y="19"/>
                  <a:pt x="57" y="9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00080" y="2302200"/>
            <a:ext cx="12898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usuario #2213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000080" y="29008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★ ★ ★ 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00080" y="3183120"/>
            <a:ext cx="4523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"La mejor crisis existencial que tuve este año."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76160" y="3966840"/>
            <a:ext cx="10649160" cy="1086480"/>
          </a:xfrm>
          <a:custGeom>
            <a:avLst/>
            <a:gdLst/>
            <a:ahLst/>
            <a:rect l="0" t="0" r="r" b="b"/>
            <a:pathLst>
              <a:path w="29581" h="3018">
                <a:moveTo>
                  <a:pt x="0" y="281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5" y="147"/>
                  <a:pt x="9" y="135"/>
                  <a:pt x="13" y="123"/>
                </a:cubicBezTo>
                <a:cubicBezTo>
                  <a:pt x="17" y="111"/>
                  <a:pt x="23" y="99"/>
                  <a:pt x="29" y="89"/>
                </a:cubicBezTo>
                <a:cubicBezTo>
                  <a:pt x="35" y="78"/>
                  <a:pt x="42" y="68"/>
                  <a:pt x="50" y="59"/>
                </a:cubicBezTo>
                <a:cubicBezTo>
                  <a:pt x="58" y="49"/>
                  <a:pt x="67" y="41"/>
                  <a:pt x="76" y="34"/>
                </a:cubicBezTo>
                <a:cubicBezTo>
                  <a:pt x="86" y="27"/>
                  <a:pt x="96" y="20"/>
                  <a:pt x="106" y="15"/>
                </a:cubicBezTo>
                <a:cubicBezTo>
                  <a:pt x="116" y="11"/>
                  <a:pt x="127" y="7"/>
                  <a:pt x="138" y="4"/>
                </a:cubicBezTo>
                <a:cubicBezTo>
                  <a:pt x="149" y="2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2"/>
                  <a:pt x="29422" y="4"/>
                </a:cubicBezTo>
                <a:cubicBezTo>
                  <a:pt x="29434" y="7"/>
                  <a:pt x="29447" y="11"/>
                  <a:pt x="29459" y="15"/>
                </a:cubicBezTo>
                <a:cubicBezTo>
                  <a:pt x="29471" y="20"/>
                  <a:pt x="29482" y="27"/>
                  <a:pt x="29493" y="34"/>
                </a:cubicBezTo>
                <a:cubicBezTo>
                  <a:pt x="29504" y="41"/>
                  <a:pt x="29514" y="49"/>
                  <a:pt x="29523" y="59"/>
                </a:cubicBezTo>
                <a:cubicBezTo>
                  <a:pt x="29532" y="68"/>
                  <a:pt x="29541" y="78"/>
                  <a:pt x="29548" y="89"/>
                </a:cubicBezTo>
                <a:cubicBezTo>
                  <a:pt x="29555" y="99"/>
                  <a:pt x="29561" y="111"/>
                  <a:pt x="29566" y="123"/>
                </a:cubicBezTo>
                <a:cubicBezTo>
                  <a:pt x="29571" y="135"/>
                  <a:pt x="29575" y="147"/>
                  <a:pt x="29577" y="160"/>
                </a:cubicBezTo>
                <a:cubicBezTo>
                  <a:pt x="29580" y="173"/>
                  <a:pt x="29581" y="186"/>
                  <a:pt x="29581" y="199"/>
                </a:cubicBezTo>
                <a:lnTo>
                  <a:pt x="29581" y="2819"/>
                </a:lnTo>
                <a:cubicBezTo>
                  <a:pt x="29581" y="2832"/>
                  <a:pt x="29580" y="2845"/>
                  <a:pt x="29577" y="2858"/>
                </a:cubicBezTo>
                <a:cubicBezTo>
                  <a:pt x="29575" y="2871"/>
                  <a:pt x="29571" y="2883"/>
                  <a:pt x="29566" y="2895"/>
                </a:cubicBezTo>
                <a:cubicBezTo>
                  <a:pt x="29561" y="2907"/>
                  <a:pt x="29555" y="2919"/>
                  <a:pt x="29548" y="2929"/>
                </a:cubicBezTo>
                <a:cubicBezTo>
                  <a:pt x="29541" y="2940"/>
                  <a:pt x="29532" y="2950"/>
                  <a:pt x="29523" y="2960"/>
                </a:cubicBezTo>
                <a:cubicBezTo>
                  <a:pt x="29514" y="2969"/>
                  <a:pt x="29504" y="2977"/>
                  <a:pt x="29493" y="2984"/>
                </a:cubicBezTo>
                <a:cubicBezTo>
                  <a:pt x="29482" y="2991"/>
                  <a:pt x="29471" y="2998"/>
                  <a:pt x="29459" y="3003"/>
                </a:cubicBezTo>
                <a:cubicBezTo>
                  <a:pt x="29447" y="3008"/>
                  <a:pt x="29434" y="3011"/>
                  <a:pt x="29422" y="3014"/>
                </a:cubicBezTo>
                <a:cubicBezTo>
                  <a:pt x="29409" y="3016"/>
                  <a:pt x="29396" y="3018"/>
                  <a:pt x="29383" y="3018"/>
                </a:cubicBezTo>
                <a:lnTo>
                  <a:pt x="172" y="3018"/>
                </a:lnTo>
                <a:cubicBezTo>
                  <a:pt x="161" y="3018"/>
                  <a:pt x="149" y="3016"/>
                  <a:pt x="138" y="3014"/>
                </a:cubicBezTo>
                <a:cubicBezTo>
                  <a:pt x="127" y="3011"/>
                  <a:pt x="116" y="3008"/>
                  <a:pt x="106" y="3003"/>
                </a:cubicBezTo>
                <a:cubicBezTo>
                  <a:pt x="96" y="2998"/>
                  <a:pt x="86" y="2991"/>
                  <a:pt x="76" y="2984"/>
                </a:cubicBezTo>
                <a:cubicBezTo>
                  <a:pt x="67" y="2977"/>
                  <a:pt x="58" y="2969"/>
                  <a:pt x="50" y="2960"/>
                </a:cubicBezTo>
                <a:cubicBezTo>
                  <a:pt x="42" y="2950"/>
                  <a:pt x="35" y="2940"/>
                  <a:pt x="29" y="2929"/>
                </a:cubicBezTo>
                <a:cubicBezTo>
                  <a:pt x="23" y="2919"/>
                  <a:pt x="17" y="2907"/>
                  <a:pt x="13" y="2895"/>
                </a:cubicBezTo>
                <a:cubicBezTo>
                  <a:pt x="9" y="2883"/>
                  <a:pt x="5" y="2871"/>
                  <a:pt x="3" y="2858"/>
                </a:cubicBezTo>
                <a:cubicBezTo>
                  <a:pt x="1" y="2845"/>
                  <a:pt x="0" y="2832"/>
                  <a:pt x="0" y="281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14680" y="397188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9371" y="93"/>
                </a:moveTo>
                <a:lnTo>
                  <a:pt x="208" y="93"/>
                </a:lnTo>
                <a:lnTo>
                  <a:pt x="0" y="23"/>
                </a:lnTo>
                <a:cubicBezTo>
                  <a:pt x="5" y="20"/>
                  <a:pt x="9" y="17"/>
                  <a:pt x="14" y="14"/>
                </a:cubicBezTo>
                <a:cubicBezTo>
                  <a:pt x="30" y="4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4"/>
                  <a:pt x="29347" y="14"/>
                </a:cubicBezTo>
                <a:cubicBezTo>
                  <a:pt x="29369" y="23"/>
                  <a:pt x="29389" y="37"/>
                  <a:pt x="29407" y="55"/>
                </a:cubicBezTo>
                <a:lnTo>
                  <a:pt x="29408" y="56"/>
                </a:lnTo>
                <a:lnTo>
                  <a:pt x="29371" y="93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814680" y="501480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08" y="0"/>
                </a:moveTo>
                <a:lnTo>
                  <a:pt x="29371" y="0"/>
                </a:lnTo>
                <a:lnTo>
                  <a:pt x="29408" y="38"/>
                </a:lnTo>
                <a:lnTo>
                  <a:pt x="29407" y="39"/>
                </a:lnTo>
                <a:cubicBezTo>
                  <a:pt x="29389" y="57"/>
                  <a:pt x="29369" y="70"/>
                  <a:pt x="29347" y="79"/>
                </a:cubicBezTo>
                <a:cubicBezTo>
                  <a:pt x="29324" y="89"/>
                  <a:pt x="29300" y="93"/>
                  <a:pt x="29276" y="93"/>
                </a:cubicBezTo>
                <a:lnTo>
                  <a:pt x="65" y="93"/>
                </a:lnTo>
                <a:cubicBezTo>
                  <a:pt x="47" y="93"/>
                  <a:pt x="30" y="89"/>
                  <a:pt x="14" y="79"/>
                </a:cubicBezTo>
                <a:cubicBezTo>
                  <a:pt x="9" y="77"/>
                  <a:pt x="5" y="73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11386800" y="39913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3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799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790560" y="3979800"/>
            <a:ext cx="38520" cy="1060560"/>
          </a:xfrm>
          <a:custGeom>
            <a:avLst/>
            <a:gdLst/>
            <a:ahLst/>
            <a:rect l="0" t="0" r="r" b="b"/>
            <a:pathLst>
              <a:path w="107" h="2946">
                <a:moveTo>
                  <a:pt x="107" y="13"/>
                </a:moveTo>
                <a:lnTo>
                  <a:pt x="107" y="2933"/>
                </a:lnTo>
                <a:lnTo>
                  <a:pt x="68" y="2946"/>
                </a:lnTo>
                <a:cubicBezTo>
                  <a:pt x="57" y="2937"/>
                  <a:pt x="47" y="2927"/>
                  <a:pt x="38" y="2914"/>
                </a:cubicBezTo>
                <a:cubicBezTo>
                  <a:pt x="26" y="2897"/>
                  <a:pt x="16" y="2877"/>
                  <a:pt x="10" y="2854"/>
                </a:cubicBezTo>
                <a:cubicBezTo>
                  <a:pt x="3" y="2831"/>
                  <a:pt x="0" y="2808"/>
                  <a:pt x="0" y="2783"/>
                </a:cubicBezTo>
                <a:lnTo>
                  <a:pt x="0" y="163"/>
                </a:lnTo>
                <a:cubicBezTo>
                  <a:pt x="0" y="138"/>
                  <a:pt x="3" y="115"/>
                  <a:pt x="10" y="92"/>
                </a:cubicBezTo>
                <a:cubicBezTo>
                  <a:pt x="16" y="69"/>
                  <a:pt x="26" y="49"/>
                  <a:pt x="38" y="32"/>
                </a:cubicBezTo>
                <a:cubicBezTo>
                  <a:pt x="47" y="19"/>
                  <a:pt x="57" y="9"/>
                  <a:pt x="68" y="0"/>
                </a:cubicBezTo>
                <a:lnTo>
                  <a:pt x="107" y="13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000080" y="3511800"/>
            <a:ext cx="7743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anónimo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000080" y="411048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☆ ☆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000080" y="4392720"/>
            <a:ext cx="6584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"Se lo pasé a mi jefe. Tampoco aprobó. Ahora nos llevamos mejor."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76160" y="5176800"/>
            <a:ext cx="10649160" cy="1086120"/>
          </a:xfrm>
          <a:custGeom>
            <a:avLst/>
            <a:gdLst/>
            <a:ahLst/>
            <a:rect l="0" t="0" r="r" b="b"/>
            <a:pathLst>
              <a:path w="29581" h="3017">
                <a:moveTo>
                  <a:pt x="0" y="281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5" y="147"/>
                  <a:pt x="9" y="134"/>
                  <a:pt x="13" y="122"/>
                </a:cubicBezTo>
                <a:cubicBezTo>
                  <a:pt x="17" y="110"/>
                  <a:pt x="23" y="99"/>
                  <a:pt x="29" y="88"/>
                </a:cubicBezTo>
                <a:cubicBezTo>
                  <a:pt x="35" y="77"/>
                  <a:pt x="42" y="67"/>
                  <a:pt x="50" y="58"/>
                </a:cubicBezTo>
                <a:cubicBezTo>
                  <a:pt x="58" y="49"/>
                  <a:pt x="67" y="40"/>
                  <a:pt x="76" y="33"/>
                </a:cubicBezTo>
                <a:cubicBezTo>
                  <a:pt x="86" y="26"/>
                  <a:pt x="96" y="20"/>
                  <a:pt x="106" y="15"/>
                </a:cubicBezTo>
                <a:cubicBezTo>
                  <a:pt x="116" y="10"/>
                  <a:pt x="127" y="6"/>
                  <a:pt x="138" y="3"/>
                </a:cubicBezTo>
                <a:cubicBezTo>
                  <a:pt x="149" y="1"/>
                  <a:pt x="161" y="0"/>
                  <a:pt x="172" y="0"/>
                </a:cubicBezTo>
                <a:lnTo>
                  <a:pt x="29383" y="0"/>
                </a:lnTo>
                <a:cubicBezTo>
                  <a:pt x="29396" y="0"/>
                  <a:pt x="29409" y="1"/>
                  <a:pt x="29422" y="3"/>
                </a:cubicBezTo>
                <a:cubicBezTo>
                  <a:pt x="29434" y="6"/>
                  <a:pt x="29447" y="10"/>
                  <a:pt x="29459" y="15"/>
                </a:cubicBezTo>
                <a:cubicBezTo>
                  <a:pt x="29471" y="20"/>
                  <a:pt x="29482" y="26"/>
                  <a:pt x="29493" y="33"/>
                </a:cubicBezTo>
                <a:cubicBezTo>
                  <a:pt x="29504" y="40"/>
                  <a:pt x="29514" y="49"/>
                  <a:pt x="29523" y="58"/>
                </a:cubicBezTo>
                <a:cubicBezTo>
                  <a:pt x="29532" y="67"/>
                  <a:pt x="29541" y="77"/>
                  <a:pt x="29548" y="88"/>
                </a:cubicBezTo>
                <a:cubicBezTo>
                  <a:pt x="29555" y="99"/>
                  <a:pt x="29561" y="110"/>
                  <a:pt x="29566" y="122"/>
                </a:cubicBezTo>
                <a:cubicBezTo>
                  <a:pt x="29571" y="134"/>
                  <a:pt x="29575" y="147"/>
                  <a:pt x="29577" y="159"/>
                </a:cubicBezTo>
                <a:cubicBezTo>
                  <a:pt x="29580" y="172"/>
                  <a:pt x="29581" y="185"/>
                  <a:pt x="29581" y="198"/>
                </a:cubicBezTo>
                <a:lnTo>
                  <a:pt x="29581" y="2818"/>
                </a:lnTo>
                <a:cubicBezTo>
                  <a:pt x="29581" y="2831"/>
                  <a:pt x="29580" y="2844"/>
                  <a:pt x="29577" y="2857"/>
                </a:cubicBezTo>
                <a:cubicBezTo>
                  <a:pt x="29575" y="2870"/>
                  <a:pt x="29571" y="2882"/>
                  <a:pt x="29566" y="2894"/>
                </a:cubicBezTo>
                <a:cubicBezTo>
                  <a:pt x="29561" y="2906"/>
                  <a:pt x="29555" y="2918"/>
                  <a:pt x="29548" y="2929"/>
                </a:cubicBezTo>
                <a:cubicBezTo>
                  <a:pt x="29541" y="2939"/>
                  <a:pt x="29532" y="2950"/>
                  <a:pt x="29523" y="2959"/>
                </a:cubicBezTo>
                <a:cubicBezTo>
                  <a:pt x="29514" y="2968"/>
                  <a:pt x="29504" y="2976"/>
                  <a:pt x="29493" y="2983"/>
                </a:cubicBezTo>
                <a:cubicBezTo>
                  <a:pt x="29482" y="2991"/>
                  <a:pt x="29471" y="2997"/>
                  <a:pt x="29459" y="3002"/>
                </a:cubicBezTo>
                <a:cubicBezTo>
                  <a:pt x="29447" y="3007"/>
                  <a:pt x="29434" y="3010"/>
                  <a:pt x="29422" y="3013"/>
                </a:cubicBezTo>
                <a:cubicBezTo>
                  <a:pt x="29409" y="3016"/>
                  <a:pt x="29396" y="3017"/>
                  <a:pt x="29383" y="3017"/>
                </a:cubicBezTo>
                <a:lnTo>
                  <a:pt x="172" y="3017"/>
                </a:lnTo>
                <a:cubicBezTo>
                  <a:pt x="161" y="3017"/>
                  <a:pt x="149" y="3016"/>
                  <a:pt x="138" y="3013"/>
                </a:cubicBezTo>
                <a:cubicBezTo>
                  <a:pt x="127" y="3010"/>
                  <a:pt x="116" y="3007"/>
                  <a:pt x="106" y="3002"/>
                </a:cubicBezTo>
                <a:cubicBezTo>
                  <a:pt x="96" y="2997"/>
                  <a:pt x="86" y="2991"/>
                  <a:pt x="76" y="2983"/>
                </a:cubicBezTo>
                <a:cubicBezTo>
                  <a:pt x="67" y="2976"/>
                  <a:pt x="58" y="2968"/>
                  <a:pt x="50" y="2959"/>
                </a:cubicBezTo>
                <a:cubicBezTo>
                  <a:pt x="42" y="2950"/>
                  <a:pt x="35" y="2939"/>
                  <a:pt x="29" y="2929"/>
                </a:cubicBezTo>
                <a:cubicBezTo>
                  <a:pt x="23" y="2918"/>
                  <a:pt x="17" y="2906"/>
                  <a:pt x="13" y="2894"/>
                </a:cubicBezTo>
                <a:cubicBezTo>
                  <a:pt x="9" y="2882"/>
                  <a:pt x="5" y="2870"/>
                  <a:pt x="3" y="2857"/>
                </a:cubicBezTo>
                <a:cubicBezTo>
                  <a:pt x="1" y="2844"/>
                  <a:pt x="0" y="2831"/>
                  <a:pt x="0" y="2818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814680" y="5181480"/>
            <a:ext cx="10586880" cy="33480"/>
          </a:xfrm>
          <a:custGeom>
            <a:avLst/>
            <a:gdLst/>
            <a:ahLst/>
            <a:rect l="0" t="0" r="r" b="b"/>
            <a:pathLst>
              <a:path w="29408" h="93">
                <a:moveTo>
                  <a:pt x="29371" y="93"/>
                </a:moveTo>
                <a:lnTo>
                  <a:pt x="208" y="93"/>
                </a:lnTo>
                <a:lnTo>
                  <a:pt x="0" y="24"/>
                </a:lnTo>
                <a:cubicBezTo>
                  <a:pt x="5" y="21"/>
                  <a:pt x="9" y="18"/>
                  <a:pt x="14" y="15"/>
                </a:cubicBezTo>
                <a:cubicBezTo>
                  <a:pt x="30" y="6"/>
                  <a:pt x="47" y="0"/>
                  <a:pt x="65" y="0"/>
                </a:cubicBezTo>
                <a:lnTo>
                  <a:pt x="29276" y="0"/>
                </a:lnTo>
                <a:cubicBezTo>
                  <a:pt x="29300" y="0"/>
                  <a:pt x="29324" y="6"/>
                  <a:pt x="29347" y="15"/>
                </a:cubicBezTo>
                <a:cubicBezTo>
                  <a:pt x="29369" y="24"/>
                  <a:pt x="29389" y="38"/>
                  <a:pt x="29407" y="55"/>
                </a:cubicBezTo>
                <a:cubicBezTo>
                  <a:pt x="29407" y="56"/>
                  <a:pt x="29408" y="56"/>
                  <a:pt x="29408" y="56"/>
                </a:cubicBezTo>
                <a:lnTo>
                  <a:pt x="29371" y="93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814680" y="6224400"/>
            <a:ext cx="10586880" cy="33840"/>
          </a:xfrm>
          <a:custGeom>
            <a:avLst/>
            <a:gdLst/>
            <a:ahLst/>
            <a:rect l="0" t="0" r="r" b="b"/>
            <a:pathLst>
              <a:path w="29408" h="94">
                <a:moveTo>
                  <a:pt x="208" y="0"/>
                </a:moveTo>
                <a:lnTo>
                  <a:pt x="29371" y="0"/>
                </a:lnTo>
                <a:lnTo>
                  <a:pt x="29408" y="37"/>
                </a:lnTo>
                <a:lnTo>
                  <a:pt x="29407" y="38"/>
                </a:lnTo>
                <a:cubicBezTo>
                  <a:pt x="29389" y="57"/>
                  <a:pt x="29369" y="70"/>
                  <a:pt x="29347" y="80"/>
                </a:cubicBezTo>
                <a:cubicBezTo>
                  <a:pt x="29324" y="89"/>
                  <a:pt x="29300" y="94"/>
                  <a:pt x="29276" y="94"/>
                </a:cubicBezTo>
                <a:lnTo>
                  <a:pt x="65" y="94"/>
                </a:lnTo>
                <a:cubicBezTo>
                  <a:pt x="47" y="94"/>
                  <a:pt x="30" y="89"/>
                  <a:pt x="14" y="80"/>
                </a:cubicBezTo>
                <a:cubicBezTo>
                  <a:pt x="9" y="77"/>
                  <a:pt x="5" y="74"/>
                  <a:pt x="0" y="7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1386800" y="5200920"/>
            <a:ext cx="33840" cy="1037520"/>
          </a:xfrm>
          <a:custGeom>
            <a:avLst/>
            <a:gdLst/>
            <a:ahLst/>
            <a:rect l="0" t="0" r="r" b="b"/>
            <a:pathLst>
              <a:path w="94" h="2882">
                <a:moveTo>
                  <a:pt x="0" y="2844"/>
                </a:moveTo>
                <a:lnTo>
                  <a:pt x="0" y="38"/>
                </a:lnTo>
                <a:lnTo>
                  <a:pt x="39" y="0"/>
                </a:lnTo>
                <a:cubicBezTo>
                  <a:pt x="56" y="17"/>
                  <a:pt x="71" y="37"/>
                  <a:pt x="80" y="60"/>
                </a:cubicBezTo>
                <a:cubicBezTo>
                  <a:pt x="89" y="83"/>
                  <a:pt x="94" y="106"/>
                  <a:pt x="94" y="131"/>
                </a:cubicBezTo>
                <a:lnTo>
                  <a:pt x="94" y="2751"/>
                </a:lnTo>
                <a:cubicBezTo>
                  <a:pt x="94" y="2776"/>
                  <a:pt x="89" y="2800"/>
                  <a:pt x="80" y="2822"/>
                </a:cubicBezTo>
                <a:cubicBezTo>
                  <a:pt x="71" y="2845"/>
                  <a:pt x="56" y="2865"/>
                  <a:pt x="39" y="2882"/>
                </a:cubicBezTo>
                <a:lnTo>
                  <a:pt x="0" y="2844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90560" y="5189760"/>
            <a:ext cx="38520" cy="1060200"/>
          </a:xfrm>
          <a:custGeom>
            <a:avLst/>
            <a:gdLst/>
            <a:ahLst/>
            <a:rect l="0" t="0" r="r" b="b"/>
            <a:pathLst>
              <a:path w="107" h="2945">
                <a:moveTo>
                  <a:pt x="107" y="12"/>
                </a:moveTo>
                <a:lnTo>
                  <a:pt x="107" y="2932"/>
                </a:lnTo>
                <a:lnTo>
                  <a:pt x="68" y="2945"/>
                </a:lnTo>
                <a:cubicBezTo>
                  <a:pt x="57" y="2936"/>
                  <a:pt x="47" y="2926"/>
                  <a:pt x="38" y="2913"/>
                </a:cubicBezTo>
                <a:cubicBezTo>
                  <a:pt x="26" y="2896"/>
                  <a:pt x="16" y="2876"/>
                  <a:pt x="10" y="2853"/>
                </a:cubicBezTo>
                <a:cubicBezTo>
                  <a:pt x="3" y="2831"/>
                  <a:pt x="0" y="2807"/>
                  <a:pt x="0" y="2782"/>
                </a:cubicBezTo>
                <a:lnTo>
                  <a:pt x="0" y="162"/>
                </a:lnTo>
                <a:cubicBezTo>
                  <a:pt x="0" y="137"/>
                  <a:pt x="3" y="114"/>
                  <a:pt x="10" y="91"/>
                </a:cubicBezTo>
                <a:cubicBezTo>
                  <a:pt x="16" y="68"/>
                  <a:pt x="26" y="48"/>
                  <a:pt x="38" y="31"/>
                </a:cubicBezTo>
                <a:cubicBezTo>
                  <a:pt x="47" y="19"/>
                  <a:pt x="57" y="8"/>
                  <a:pt x="68" y="0"/>
                </a:cubicBezTo>
                <a:lnTo>
                  <a:pt x="107" y="12"/>
                </a:lnTo>
                <a:close/>
              </a:path>
            </a:pathLst>
          </a:custGeom>
          <a:solidFill>
            <a:srgbClr val="1F7A4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000080" y="4721400"/>
            <a:ext cx="68832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RR.HH.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000080" y="5320440"/>
            <a:ext cx="823680" cy="19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3DDC84"/>
                </a:solidFill>
                <a:effectLst/>
                <a:uFillTx/>
                <a:latin typeface="Adwaita-Mono"/>
                <a:ea typeface="Adwaita-Mono"/>
              </a:rPr>
              <a:t>★ ★ ★ ☆ ☆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000080" y="5602320"/>
            <a:ext cx="38286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29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"Llegué lejos. Nadie llega lo suficiente."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000080" y="5931360"/>
            <a:ext cx="9460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— un tester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776680" y="691920"/>
            <a:ext cx="450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ESCANEÁ · REQUIERE CÁMARA · NO VAS A APROBAR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4381560" y="210492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"/>
          <p:cNvSpPr txBox="1"/>
          <p:nvPr/>
        </p:nvSpPr>
        <p:spPr>
          <a:xfrm>
            <a:off x="3624840" y="1082880"/>
            <a:ext cx="51123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PROBALO AHORA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950280" y="6034680"/>
            <a:ext cx="400932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62120" y="979200"/>
            <a:ext cx="3176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está hecho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866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Next.js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9105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TypeScript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270600" y="5368680"/>
            <a:ext cx="8200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Tailwind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41972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5357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FastAPI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401520" y="536868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MediaPipe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6561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WebSockets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901656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Docker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995436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AWS EC2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66880" y="581652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CodeBuild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121480" y="5816520"/>
            <a:ext cx="512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Caddy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28520" y="1920960"/>
            <a:ext cx="63882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Frontend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Next.js export estático en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GitHub Pages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62120" y="18997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028520" y="2415960"/>
            <a:ext cx="8909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Backend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FastAPI + MediaPipe en contenedor,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AWS EC2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+ Caddy (TLS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028520" y="2816280"/>
            <a:ext cx="13942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automático)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62120" y="2395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028520" y="3311640"/>
            <a:ext cx="97837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Transporte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un WebSocket manda los frames de la cámara y recibe la escalada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62120" y="329040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28520" y="3806640"/>
            <a:ext cx="98582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Deploy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imagen construida en AWS CodeBuild, backend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on-demand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(se prende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028520" y="4206960"/>
            <a:ext cx="1779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para el evento)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62120" y="378576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028520" y="4701960"/>
            <a:ext cx="7694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Estado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sin base de datos: todo vive en memoria por conexión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62120" y="4681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62120" y="1665000"/>
            <a:ext cx="68828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¿Y si el sistema realmente te juzgara?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961280" y="4370040"/>
            <a:ext cx="81529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HumanDetector solo lleva esa lógica </a:t>
            </a:r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hasta el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614240" y="4827240"/>
            <a:ext cx="883044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final</a:t>
            </a:r>
            <a:r>
              <a:rPr lang="en-US" sz="30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. La parte incómoda es que ya la viste antes.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1028520" y="2606760"/>
            <a:ext cx="63316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Bancos que te piden una selfie para abrir una cuenta.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62120" y="25855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028520" y="3101760"/>
            <a:ext cx="90561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"Liveness detection": girá la cabeza, parpadeá, seguí el punto con la mirada.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62120" y="30808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28520" y="3597120"/>
            <a:ext cx="8061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Cada año, más gates de "probá que sos humano" — y más difíciles.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62120" y="357624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62120" y="14731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M O R A L E J 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62120" y="1869120"/>
            <a:ext cx="1090260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pedimos a las máquinas que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762120" y="2659680"/>
            <a:ext cx="1074096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</a:t>
            </a:r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distingan</a:t>
            </a:r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de las máquinas.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62120" y="3707280"/>
            <a:ext cx="1032156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no está roto: hace exactamente lo que promete — no confiar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62120" y="4193280"/>
            <a:ext cx="133632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en nadie.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762120" y="4811040"/>
            <a:ext cx="890316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Vos, mientras tanto, seguís con la mano levantada — esperando que alguien te dé la fe de vida.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62120" y="5125320"/>
            <a:ext cx="34704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github.com/LorenGrz/HumanDetector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195440" y="147132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3"/>
                </a:moveTo>
                <a:lnTo>
                  <a:pt x="0" y="225"/>
                </a:lnTo>
                <a:cubicBezTo>
                  <a:pt x="0" y="210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7" y="88"/>
                  <a:pt x="56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2"/>
                  <a:pt x="10377" y="5"/>
                </a:cubicBezTo>
                <a:cubicBezTo>
                  <a:pt x="10392" y="8"/>
                  <a:pt x="10406" y="12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6"/>
                  <a:pt x="10492" y="66"/>
                </a:cubicBezTo>
                <a:cubicBezTo>
                  <a:pt x="10503" y="77"/>
                  <a:pt x="10512" y="88"/>
                  <a:pt x="10520" y="100"/>
                </a:cubicBezTo>
                <a:cubicBezTo>
                  <a:pt x="10529" y="113"/>
                  <a:pt x="10535" y="126"/>
                  <a:pt x="10541" y="139"/>
                </a:cubicBezTo>
                <a:cubicBezTo>
                  <a:pt x="10547" y="153"/>
                  <a:pt x="10551" y="167"/>
                  <a:pt x="10554" y="181"/>
                </a:cubicBezTo>
                <a:cubicBezTo>
                  <a:pt x="10557" y="196"/>
                  <a:pt x="10558" y="210"/>
                  <a:pt x="10558" y="225"/>
                </a:cubicBezTo>
                <a:lnTo>
                  <a:pt x="10558" y="10333"/>
                </a:lnTo>
                <a:cubicBezTo>
                  <a:pt x="10558" y="10348"/>
                  <a:pt x="10557" y="10363"/>
                  <a:pt x="10554" y="10377"/>
                </a:cubicBezTo>
                <a:cubicBezTo>
                  <a:pt x="10551" y="10392"/>
                  <a:pt x="10547" y="10406"/>
                  <a:pt x="10541" y="10419"/>
                </a:cubicBezTo>
                <a:cubicBezTo>
                  <a:pt x="10535" y="10433"/>
                  <a:pt x="10529" y="10446"/>
                  <a:pt x="10520" y="10458"/>
                </a:cubicBezTo>
                <a:cubicBezTo>
                  <a:pt x="10512" y="10471"/>
                  <a:pt x="10503" y="10482"/>
                  <a:pt x="10492" y="10492"/>
                </a:cubicBezTo>
                <a:cubicBezTo>
                  <a:pt x="10482" y="10503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7"/>
                  <a:pt x="10392" y="10551"/>
                  <a:pt x="10377" y="10554"/>
                </a:cubicBezTo>
                <a:cubicBezTo>
                  <a:pt x="10363" y="10557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7"/>
                  <a:pt x="181" y="10554"/>
                </a:cubicBezTo>
                <a:cubicBezTo>
                  <a:pt x="167" y="10551"/>
                  <a:pt x="153" y="10547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3"/>
                  <a:pt x="66" y="10492"/>
                </a:cubicBezTo>
                <a:cubicBezTo>
                  <a:pt x="56" y="10482"/>
                  <a:pt x="47" y="10471"/>
                  <a:pt x="38" y="10458"/>
                </a:cubicBezTo>
                <a:cubicBezTo>
                  <a:pt x="30" y="10446"/>
                  <a:pt x="23" y="10433"/>
                  <a:pt x="18" y="10419"/>
                </a:cubicBezTo>
                <a:cubicBezTo>
                  <a:pt x="12" y="10406"/>
                  <a:pt x="8" y="10392"/>
                  <a:pt x="5" y="10377"/>
                </a:cubicBezTo>
                <a:cubicBezTo>
                  <a:pt x="2" y="10363"/>
                  <a:pt x="0" y="10348"/>
                  <a:pt x="0" y="10333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5" name=""/>
          <p:cNvPicPr/>
          <p:nvPr/>
        </p:nvPicPr>
        <p:blipFill>
          <a:blip r:embed="rId1"/>
          <a:stretch/>
        </p:blipFill>
        <p:spPr>
          <a:xfrm>
            <a:off x="4381560" y="165744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"/>
          <p:cNvSpPr txBox="1"/>
          <p:nvPr/>
        </p:nvSpPr>
        <p:spPr>
          <a:xfrm>
            <a:off x="4105080" y="635400"/>
            <a:ext cx="409680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CONECTEMOS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888800" y="5586840"/>
            <a:ext cx="225576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469400" y="5925240"/>
            <a:ext cx="3169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Mi portfolio. Acá </a:t>
            </a:r>
            <a:r>
              <a:rPr lang="en-US" sz="165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sí</a:t>
            </a:r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te dejan pasar.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