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5207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LEVANTÁ LA MANO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918160"/>
            <a:ext cx="6798960" cy="937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¿SOS </a:t>
            </a:r>
            <a:r>
              <a:rPr lang="en-US" sz="66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HUMANO</a:t>
            </a:r>
            <a:r>
              <a:rPr lang="en-US" sz="66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?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4077720"/>
            <a:ext cx="45846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Nadie baja la mano. El sistema tampoco les cree.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3328200" y="2355840"/>
            <a:ext cx="5535720" cy="1496880"/>
          </a:xfrm>
          <a:custGeom>
            <a:avLst/>
            <a:gdLst/>
            <a:ahLst/>
            <a:rect l="0" t="0" r="r" b="b"/>
            <a:pathLst>
              <a:path w="15377" h="4158">
                <a:moveTo>
                  <a:pt x="914" y="890"/>
                </a:moveTo>
                <a:lnTo>
                  <a:pt x="914" y="2954"/>
                </a:lnTo>
                <a:cubicBezTo>
                  <a:pt x="914" y="2991"/>
                  <a:pt x="927" y="3022"/>
                  <a:pt x="953" y="3048"/>
                </a:cubicBezTo>
                <a:cubicBezTo>
                  <a:pt x="979" y="3073"/>
                  <a:pt x="1010" y="3086"/>
                  <a:pt x="1047" y="3086"/>
                </a:cubicBezTo>
                <a:lnTo>
                  <a:pt x="14330" y="3086"/>
                </a:lnTo>
                <a:cubicBezTo>
                  <a:pt x="14366" y="3086"/>
                  <a:pt x="14398" y="3073"/>
                  <a:pt x="14423" y="3048"/>
                </a:cubicBezTo>
                <a:cubicBezTo>
                  <a:pt x="14449" y="3022"/>
                  <a:pt x="14462" y="2991"/>
                  <a:pt x="14462" y="2954"/>
                </a:cubicBezTo>
                <a:lnTo>
                  <a:pt x="14462" y="890"/>
                </a:lnTo>
                <a:cubicBezTo>
                  <a:pt x="14462" y="854"/>
                  <a:pt x="14449" y="823"/>
                  <a:pt x="14423" y="797"/>
                </a:cubicBezTo>
                <a:cubicBezTo>
                  <a:pt x="14398" y="771"/>
                  <a:pt x="14366" y="758"/>
                  <a:pt x="14330" y="758"/>
                </a:cubicBezTo>
                <a:lnTo>
                  <a:pt x="1047" y="758"/>
                </a:lnTo>
                <a:cubicBezTo>
                  <a:pt x="1010" y="758"/>
                  <a:pt x="979" y="771"/>
                  <a:pt x="953" y="797"/>
                </a:cubicBezTo>
                <a:cubicBezTo>
                  <a:pt x="927" y="823"/>
                  <a:pt x="914" y="854"/>
                  <a:pt x="914" y="890"/>
                </a:cubicBezTo>
                <a:moveTo>
                  <a:pt x="0" y="0"/>
                </a:moveTo>
                <a:lnTo>
                  <a:pt x="15377" y="0"/>
                </a:lnTo>
                <a:lnTo>
                  <a:pt x="15377" y="4158"/>
                </a:lnTo>
                <a:lnTo>
                  <a:pt x="0" y="415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5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3652560" y="262404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4"/>
                  <a:pt x="13476" y="7"/>
                  <a:pt x="13485" y="11"/>
                </a:cubicBezTo>
                <a:cubicBezTo>
                  <a:pt x="13493" y="15"/>
                  <a:pt x="13502" y="19"/>
                  <a:pt x="13510" y="24"/>
                </a:cubicBezTo>
                <a:cubicBezTo>
                  <a:pt x="13518" y="30"/>
                  <a:pt x="13525" y="36"/>
                  <a:pt x="13532" y="42"/>
                </a:cubicBezTo>
                <a:cubicBezTo>
                  <a:pt x="13539" y="49"/>
                  <a:pt x="13545" y="56"/>
                  <a:pt x="13550" y="64"/>
                </a:cubicBezTo>
                <a:cubicBezTo>
                  <a:pt x="13555" y="72"/>
                  <a:pt x="13560" y="81"/>
                  <a:pt x="13563" y="90"/>
                </a:cubicBezTo>
                <a:cubicBezTo>
                  <a:pt x="13567" y="98"/>
                  <a:pt x="13570" y="108"/>
                  <a:pt x="13572" y="117"/>
                </a:cubicBezTo>
                <a:cubicBezTo>
                  <a:pt x="13573" y="126"/>
                  <a:pt x="13574" y="136"/>
                  <a:pt x="13574" y="145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8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6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6"/>
                  <a:pt x="13493" y="2341"/>
                  <a:pt x="13485" y="2344"/>
                </a:cubicBezTo>
                <a:cubicBezTo>
                  <a:pt x="13476" y="2348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8"/>
                  <a:pt x="90" y="2344"/>
                </a:cubicBezTo>
                <a:cubicBezTo>
                  <a:pt x="81" y="2341"/>
                  <a:pt x="73" y="2336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6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8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3652560" y="2624040"/>
            <a:ext cx="4886640" cy="848160"/>
          </a:xfrm>
          <a:custGeom>
            <a:avLst/>
            <a:gdLst/>
            <a:ahLst/>
            <a:rect l="0" t="0" r="r" b="b"/>
            <a:pathLst>
              <a:path w="13574" h="2356">
                <a:moveTo>
                  <a:pt x="0" y="22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3429" y="0"/>
                </a:lnTo>
                <a:cubicBezTo>
                  <a:pt x="13438" y="0"/>
                  <a:pt x="13448" y="1"/>
                  <a:pt x="13457" y="3"/>
                </a:cubicBezTo>
                <a:cubicBezTo>
                  <a:pt x="13467" y="4"/>
                  <a:pt x="13476" y="7"/>
                  <a:pt x="13485" y="11"/>
                </a:cubicBezTo>
                <a:cubicBezTo>
                  <a:pt x="13493" y="15"/>
                  <a:pt x="13502" y="19"/>
                  <a:pt x="13510" y="24"/>
                </a:cubicBezTo>
                <a:cubicBezTo>
                  <a:pt x="13518" y="30"/>
                  <a:pt x="13525" y="36"/>
                  <a:pt x="13532" y="42"/>
                </a:cubicBezTo>
                <a:cubicBezTo>
                  <a:pt x="13539" y="49"/>
                  <a:pt x="13545" y="56"/>
                  <a:pt x="13550" y="64"/>
                </a:cubicBezTo>
                <a:cubicBezTo>
                  <a:pt x="13555" y="72"/>
                  <a:pt x="13560" y="81"/>
                  <a:pt x="13563" y="90"/>
                </a:cubicBezTo>
                <a:cubicBezTo>
                  <a:pt x="13567" y="98"/>
                  <a:pt x="13570" y="108"/>
                  <a:pt x="13572" y="117"/>
                </a:cubicBezTo>
                <a:cubicBezTo>
                  <a:pt x="13573" y="126"/>
                  <a:pt x="13574" y="136"/>
                  <a:pt x="13574" y="145"/>
                </a:cubicBezTo>
                <a:lnTo>
                  <a:pt x="13574" y="2210"/>
                </a:lnTo>
                <a:cubicBezTo>
                  <a:pt x="13574" y="2220"/>
                  <a:pt x="13573" y="2229"/>
                  <a:pt x="13572" y="2238"/>
                </a:cubicBezTo>
                <a:cubicBezTo>
                  <a:pt x="13570" y="2248"/>
                  <a:pt x="13567" y="2257"/>
                  <a:pt x="13563" y="2266"/>
                </a:cubicBezTo>
                <a:cubicBezTo>
                  <a:pt x="13560" y="2275"/>
                  <a:pt x="13555" y="2283"/>
                  <a:pt x="13550" y="2291"/>
                </a:cubicBezTo>
                <a:cubicBezTo>
                  <a:pt x="13545" y="2299"/>
                  <a:pt x="13539" y="2306"/>
                  <a:pt x="13532" y="2313"/>
                </a:cubicBezTo>
                <a:cubicBezTo>
                  <a:pt x="13525" y="2320"/>
                  <a:pt x="13518" y="2326"/>
                  <a:pt x="13510" y="2331"/>
                </a:cubicBezTo>
                <a:cubicBezTo>
                  <a:pt x="13502" y="2336"/>
                  <a:pt x="13493" y="2341"/>
                  <a:pt x="13485" y="2344"/>
                </a:cubicBezTo>
                <a:cubicBezTo>
                  <a:pt x="13476" y="2348"/>
                  <a:pt x="13467" y="2351"/>
                  <a:pt x="13457" y="2353"/>
                </a:cubicBezTo>
                <a:cubicBezTo>
                  <a:pt x="13448" y="2355"/>
                  <a:pt x="13438" y="2356"/>
                  <a:pt x="13429" y="2356"/>
                </a:cubicBezTo>
                <a:lnTo>
                  <a:pt x="146" y="2356"/>
                </a:lnTo>
                <a:cubicBezTo>
                  <a:pt x="136" y="2356"/>
                  <a:pt x="127" y="2355"/>
                  <a:pt x="117" y="2353"/>
                </a:cubicBezTo>
                <a:cubicBezTo>
                  <a:pt x="108" y="2351"/>
                  <a:pt x="99" y="2348"/>
                  <a:pt x="90" y="2344"/>
                </a:cubicBezTo>
                <a:cubicBezTo>
                  <a:pt x="81" y="2341"/>
                  <a:pt x="73" y="2336"/>
                  <a:pt x="65" y="2331"/>
                </a:cubicBezTo>
                <a:cubicBezTo>
                  <a:pt x="57" y="2326"/>
                  <a:pt x="50" y="2320"/>
                  <a:pt x="43" y="2313"/>
                </a:cubicBezTo>
                <a:cubicBezTo>
                  <a:pt x="36" y="2306"/>
                  <a:pt x="30" y="2299"/>
                  <a:pt x="25" y="2291"/>
                </a:cubicBezTo>
                <a:cubicBezTo>
                  <a:pt x="19" y="2283"/>
                  <a:pt x="15" y="2275"/>
                  <a:pt x="11" y="2266"/>
                </a:cubicBezTo>
                <a:cubicBezTo>
                  <a:pt x="8" y="2257"/>
                  <a:pt x="5" y="2248"/>
                  <a:pt x="3" y="2238"/>
                </a:cubicBezTo>
                <a:cubicBezTo>
                  <a:pt x="1" y="2229"/>
                  <a:pt x="0" y="2220"/>
                  <a:pt x="0" y="2210"/>
                </a:cubicBezTo>
                <a:close/>
              </a:path>
            </a:pathLst>
          </a:custGeom>
          <a:noFill/>
          <a:ln w="9360">
            <a:solidFill>
              <a:srgbClr val="C9C9C9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2202480" y="1893600"/>
            <a:ext cx="77068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Todos los días te piden que lo demuestres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14760" y="2917440"/>
            <a:ext cx="161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202124"/>
                </a:solidFill>
                <a:effectLst/>
                <a:uFillTx/>
                <a:latin typeface="Arial"/>
                <a:ea typeface="Arial"/>
              </a:rPr>
              <a:t>No soy un robot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247160" y="2872080"/>
            <a:ext cx="889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1" u="none" strike="noStrike">
                <a:solidFill>
                  <a:srgbClr val="5F6368"/>
                </a:solidFill>
                <a:effectLst/>
                <a:uFillTx/>
                <a:latin typeface="Arial"/>
                <a:ea typeface="Arial"/>
              </a:rPr>
              <a:t>reCAPTCHA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121160" y="3097080"/>
            <a:ext cx="1112400" cy="128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0" u="none" strike="noStrike">
                <a:solidFill>
                  <a:srgbClr val="9AA0A6"/>
                </a:solidFill>
                <a:effectLst/>
                <a:uFillTx/>
                <a:latin typeface="Arial"/>
                <a:ea typeface="Arial"/>
              </a:rPr>
              <a:t>Privacidad · Términos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634840" y="3725280"/>
            <a:ext cx="67060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Semáforos, bicicletas, "seleccioná todas las imágenes con un colectivo".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63032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65876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68756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65876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68756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630320" y="434556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68756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630320" y="42883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658760" y="4317120"/>
            <a:ext cx="28504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¿Y SI EL SISTEMA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339372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342252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45096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42252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45096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393720" y="47077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345096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393720" y="465048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422520" y="4678920"/>
            <a:ext cx="53028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SIMPLEMENTE NUNCA TE CREE?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3914640" y="28479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2"/>
                </a:lnTo>
                <a:cubicBezTo>
                  <a:pt x="0" y="45"/>
                  <a:pt x="1" y="39"/>
                  <a:pt x="4" y="32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6"/>
                  <a:pt x="1092" y="10"/>
                  <a:pt x="1097" y="15"/>
                </a:cubicBezTo>
                <a:cubicBezTo>
                  <a:pt x="1102" y="20"/>
                  <a:pt x="1105" y="26"/>
                  <a:pt x="1108" y="32"/>
                </a:cubicBezTo>
                <a:cubicBezTo>
                  <a:pt x="1111" y="39"/>
                  <a:pt x="1112" y="45"/>
                  <a:pt x="1112" y="52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1"/>
                  <a:pt x="1097" y="1096"/>
                </a:cubicBezTo>
                <a:cubicBezTo>
                  <a:pt x="1092" y="1101"/>
                  <a:pt x="1086" y="1105"/>
                  <a:pt x="1079" y="1108"/>
                </a:cubicBezTo>
                <a:cubicBezTo>
                  <a:pt x="1073" y="1110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0"/>
                  <a:pt x="33" y="1108"/>
                </a:cubicBezTo>
                <a:cubicBezTo>
                  <a:pt x="26" y="1105"/>
                  <a:pt x="20" y="1101"/>
                  <a:pt x="15" y="1096"/>
                </a:cubicBezTo>
                <a:cubicBezTo>
                  <a:pt x="10" y="1091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3914640" y="28479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0" y="1059"/>
                </a:moveTo>
                <a:lnTo>
                  <a:pt x="0" y="52"/>
                </a:lnTo>
                <a:cubicBezTo>
                  <a:pt x="0" y="45"/>
                  <a:pt x="1" y="39"/>
                  <a:pt x="4" y="32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1059" y="0"/>
                </a:lnTo>
                <a:cubicBezTo>
                  <a:pt x="1066" y="0"/>
                  <a:pt x="1073" y="1"/>
                  <a:pt x="1079" y="4"/>
                </a:cubicBezTo>
                <a:cubicBezTo>
                  <a:pt x="1086" y="6"/>
                  <a:pt x="1092" y="10"/>
                  <a:pt x="1097" y="15"/>
                </a:cubicBezTo>
                <a:cubicBezTo>
                  <a:pt x="1102" y="20"/>
                  <a:pt x="1105" y="26"/>
                  <a:pt x="1108" y="32"/>
                </a:cubicBezTo>
                <a:cubicBezTo>
                  <a:pt x="1111" y="39"/>
                  <a:pt x="1112" y="45"/>
                  <a:pt x="1112" y="52"/>
                </a:cubicBezTo>
                <a:lnTo>
                  <a:pt x="1112" y="1059"/>
                </a:lnTo>
                <a:cubicBezTo>
                  <a:pt x="1112" y="1066"/>
                  <a:pt x="1111" y="1073"/>
                  <a:pt x="1108" y="1079"/>
                </a:cubicBezTo>
                <a:cubicBezTo>
                  <a:pt x="1105" y="1086"/>
                  <a:pt x="1102" y="1091"/>
                  <a:pt x="1097" y="1096"/>
                </a:cubicBezTo>
                <a:cubicBezTo>
                  <a:pt x="1092" y="1101"/>
                  <a:pt x="1086" y="1105"/>
                  <a:pt x="1079" y="1108"/>
                </a:cubicBezTo>
                <a:cubicBezTo>
                  <a:pt x="1073" y="1110"/>
                  <a:pt x="1066" y="1112"/>
                  <a:pt x="1059" y="1112"/>
                </a:cubicBezTo>
                <a:lnTo>
                  <a:pt x="53" y="1112"/>
                </a:lnTo>
                <a:cubicBezTo>
                  <a:pt x="46" y="1112"/>
                  <a:pt x="39" y="1110"/>
                  <a:pt x="33" y="1108"/>
                </a:cubicBezTo>
                <a:cubicBezTo>
                  <a:pt x="26" y="1105"/>
                  <a:pt x="20" y="1101"/>
                  <a:pt x="15" y="1096"/>
                </a:cubicBezTo>
                <a:cubicBezTo>
                  <a:pt x="10" y="1091"/>
                  <a:pt x="7" y="1086"/>
                  <a:pt x="4" y="1079"/>
                </a:cubicBezTo>
                <a:cubicBezTo>
                  <a:pt x="1" y="1073"/>
                  <a:pt x="0" y="1066"/>
                  <a:pt x="0" y="1059"/>
                </a:cubicBezTo>
                <a:close/>
              </a:path>
            </a:pathLst>
          </a:custGeom>
          <a:noFill/>
          <a:ln w="18720">
            <a:solidFill>
              <a:srgbClr val="DD3333"/>
            </a:solidFill>
            <a:miter/>
          </a:ln>
        </p:spPr>
        <p:txBody>
          <a:bodyPr lIns="9360" tIns="9360" rIns="9360" bIns="93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990960" y="2754360"/>
            <a:ext cx="41868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1" u="none" strike="noStrike">
                <a:solidFill>
                  <a:srgbClr val="DD3333"/>
                </a:solidFill>
                <a:effectLst/>
                <a:uFillTx/>
                <a:latin typeface="Arial"/>
                <a:ea typeface="Arial"/>
              </a:rPr>
              <a:t>×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809720" y="22953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A0F0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809720" y="22953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62120" y="1569600"/>
            <a:ext cx="99511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HumanDetector: un verificador que no aprueba a nadie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990520" y="22953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2A14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990520" y="22953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B23B3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2042280" y="257472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🙅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1809720" y="3571560"/>
            <a:ext cx="1143360" cy="1238760"/>
          </a:xfrm>
          <a:custGeom>
            <a:avLst/>
            <a:gdLst/>
            <a:ahLst/>
            <a:rect l="0" t="0" r="r" b="b"/>
            <a:pathLst>
              <a:path w="3176" h="3441">
                <a:moveTo>
                  <a:pt x="0" y="0"/>
                </a:moveTo>
                <a:lnTo>
                  <a:pt x="3176" y="0"/>
                </a:lnTo>
                <a:lnTo>
                  <a:pt x="317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0F1A1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809720" y="3571560"/>
            <a:ext cx="38160" cy="1238760"/>
          </a:xfrm>
          <a:custGeom>
            <a:avLst/>
            <a:gdLst/>
            <a:ahLst/>
            <a:rect l="0" t="0" r="r" b="b"/>
            <a:pathLst>
              <a:path w="106" h="3441">
                <a:moveTo>
                  <a:pt x="0" y="0"/>
                </a:moveTo>
                <a:lnTo>
                  <a:pt x="106" y="0"/>
                </a:lnTo>
                <a:lnTo>
                  <a:pt x="10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276720" y="2766600"/>
            <a:ext cx="5368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CAPTCHA: "seleccioná las fotos con semáforos"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990520" y="3571560"/>
            <a:ext cx="7391880" cy="1238760"/>
          </a:xfrm>
          <a:custGeom>
            <a:avLst/>
            <a:gdLst/>
            <a:ahLst/>
            <a:rect l="0" t="0" r="r" b="b"/>
            <a:pathLst>
              <a:path w="20533" h="3441">
                <a:moveTo>
                  <a:pt x="0" y="0"/>
                </a:moveTo>
                <a:lnTo>
                  <a:pt x="20533" y="0"/>
                </a:lnTo>
                <a:lnTo>
                  <a:pt x="20533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12241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990520" y="3571560"/>
            <a:ext cx="38520" cy="1238760"/>
          </a:xfrm>
          <a:custGeom>
            <a:avLst/>
            <a:gdLst/>
            <a:ahLst/>
            <a:rect l="0" t="0" r="r" b="b"/>
            <a:pathLst>
              <a:path w="107" h="3441">
                <a:moveTo>
                  <a:pt x="0" y="0"/>
                </a:moveTo>
                <a:lnTo>
                  <a:pt x="107" y="0"/>
                </a:lnTo>
                <a:lnTo>
                  <a:pt x="107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3DDC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042280" y="3851280"/>
            <a:ext cx="712440" cy="671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0" u="none" strike="noStrike">
                <a:solidFill>
                  <a:srgbClr val="EAFFF2"/>
                </a:solidFill>
                <a:effectLst/>
                <a:uFillTx/>
                <a:latin typeface="NotoColorEmoji"/>
                <a:ea typeface="NotoColorEmoji"/>
              </a:rPr>
              <a:t>🙆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276720" y="3862080"/>
            <a:ext cx="5956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HUMANDETECTOR: "mostrá desconfianza genuina 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3276720" y="4233600"/>
            <a:ext cx="9172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cámara"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5096880"/>
            <a:ext cx="958752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Una instalación satírica: te pide gestos por la webcam, los detecta de verdad, y va subiendo la apuesta.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766440" y="184284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8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6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8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8"/>
                  <a:pt x="29575" y="1949"/>
                </a:cubicBezTo>
                <a:cubicBezTo>
                  <a:pt x="29568" y="1960"/>
                  <a:pt x="29559" y="1970"/>
                  <a:pt x="29550" y="1979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5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5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79"/>
                </a:cubicBezTo>
                <a:cubicBezTo>
                  <a:pt x="49" y="1970"/>
                  <a:pt x="41" y="1960"/>
                  <a:pt x="34" y="1949"/>
                </a:cubicBezTo>
                <a:cubicBezTo>
                  <a:pt x="27" y="1938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184284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8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6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8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8"/>
                  <a:pt x="29575" y="1949"/>
                </a:cubicBezTo>
                <a:cubicBezTo>
                  <a:pt x="29568" y="1960"/>
                  <a:pt x="29559" y="1970"/>
                  <a:pt x="29550" y="1979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5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5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79"/>
                </a:cubicBezTo>
                <a:cubicBezTo>
                  <a:pt x="49" y="1970"/>
                  <a:pt x="41" y="1960"/>
                  <a:pt x="34" y="1949"/>
                </a:cubicBezTo>
                <a:cubicBezTo>
                  <a:pt x="27" y="1938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985680" y="198576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7"/>
                  <a:pt x="1419" y="11"/>
                </a:cubicBezTo>
                <a:cubicBezTo>
                  <a:pt x="1428" y="15"/>
                  <a:pt x="1436" y="19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49"/>
                  <a:pt x="1479" y="57"/>
                  <a:pt x="1485" y="65"/>
                </a:cubicBezTo>
                <a:cubicBezTo>
                  <a:pt x="1490" y="73"/>
                  <a:pt x="1494" y="82"/>
                  <a:pt x="1498" y="91"/>
                </a:cubicBezTo>
                <a:cubicBezTo>
                  <a:pt x="1502" y="100"/>
                  <a:pt x="1504" y="109"/>
                  <a:pt x="1506" y="118"/>
                </a:cubicBezTo>
                <a:cubicBezTo>
                  <a:pt x="1508" y="128"/>
                  <a:pt x="1509" y="137"/>
                  <a:pt x="1509" y="147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7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5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5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5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5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7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62120" y="1112400"/>
            <a:ext cx="349452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lo vas a usar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140480" y="208224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766440" y="271908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7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0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2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2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766440" y="2719080"/>
            <a:ext cx="10658880" cy="734040"/>
          </a:xfrm>
          <a:custGeom>
            <a:avLst/>
            <a:gdLst/>
            <a:ahLst/>
            <a:rect l="0" t="0" r="r" b="b"/>
            <a:pathLst>
              <a:path w="29608" h="2039">
                <a:moveTo>
                  <a:pt x="0" y="1840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0" y="111"/>
                  <a:pt x="27" y="99"/>
                  <a:pt x="34" y="89"/>
                </a:cubicBezTo>
                <a:cubicBezTo>
                  <a:pt x="41" y="78"/>
                  <a:pt x="49" y="68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2"/>
                  <a:pt x="29449" y="4"/>
                </a:cubicBezTo>
                <a:cubicBezTo>
                  <a:pt x="29461" y="7"/>
                  <a:pt x="29474" y="10"/>
                  <a:pt x="29486" y="15"/>
                </a:cubicBezTo>
                <a:cubicBezTo>
                  <a:pt x="29498" y="20"/>
                  <a:pt x="29509" y="27"/>
                  <a:pt x="29520" y="34"/>
                </a:cubicBezTo>
                <a:cubicBezTo>
                  <a:pt x="29531" y="41"/>
                  <a:pt x="29541" y="49"/>
                  <a:pt x="29550" y="58"/>
                </a:cubicBezTo>
                <a:cubicBezTo>
                  <a:pt x="29559" y="68"/>
                  <a:pt x="29568" y="78"/>
                  <a:pt x="29575" y="89"/>
                </a:cubicBezTo>
                <a:cubicBezTo>
                  <a:pt x="29582" y="99"/>
                  <a:pt x="29588" y="111"/>
                  <a:pt x="29593" y="123"/>
                </a:cubicBezTo>
                <a:cubicBezTo>
                  <a:pt x="29598" y="135"/>
                  <a:pt x="29602" y="147"/>
                  <a:pt x="29604" y="160"/>
                </a:cubicBezTo>
                <a:cubicBezTo>
                  <a:pt x="29607" y="173"/>
                  <a:pt x="29608" y="186"/>
                  <a:pt x="29608" y="199"/>
                </a:cubicBezTo>
                <a:lnTo>
                  <a:pt x="29608" y="1840"/>
                </a:lnTo>
                <a:cubicBezTo>
                  <a:pt x="29608" y="1853"/>
                  <a:pt x="29607" y="1866"/>
                  <a:pt x="29604" y="1879"/>
                </a:cubicBezTo>
                <a:cubicBezTo>
                  <a:pt x="29602" y="1892"/>
                  <a:pt x="29598" y="1904"/>
                  <a:pt x="29593" y="1916"/>
                </a:cubicBezTo>
                <a:cubicBezTo>
                  <a:pt x="29588" y="1928"/>
                  <a:pt x="29582" y="1940"/>
                  <a:pt x="29575" y="1950"/>
                </a:cubicBezTo>
                <a:cubicBezTo>
                  <a:pt x="29568" y="1961"/>
                  <a:pt x="29559" y="1971"/>
                  <a:pt x="29550" y="1981"/>
                </a:cubicBezTo>
                <a:cubicBezTo>
                  <a:pt x="29541" y="1990"/>
                  <a:pt x="29531" y="1998"/>
                  <a:pt x="29520" y="2005"/>
                </a:cubicBezTo>
                <a:cubicBezTo>
                  <a:pt x="29509" y="2012"/>
                  <a:pt x="29498" y="2019"/>
                  <a:pt x="29486" y="2024"/>
                </a:cubicBezTo>
                <a:cubicBezTo>
                  <a:pt x="29474" y="2029"/>
                  <a:pt x="29461" y="2032"/>
                  <a:pt x="29449" y="2035"/>
                </a:cubicBezTo>
                <a:cubicBezTo>
                  <a:pt x="29436" y="2037"/>
                  <a:pt x="29423" y="2039"/>
                  <a:pt x="29410" y="2039"/>
                </a:cubicBezTo>
                <a:lnTo>
                  <a:pt x="199" y="2039"/>
                </a:lnTo>
                <a:cubicBezTo>
                  <a:pt x="186" y="2039"/>
                  <a:pt x="173" y="2037"/>
                  <a:pt x="160" y="2035"/>
                </a:cubicBezTo>
                <a:cubicBezTo>
                  <a:pt x="147" y="2032"/>
                  <a:pt x="135" y="2029"/>
                  <a:pt x="123" y="2024"/>
                </a:cubicBezTo>
                <a:cubicBezTo>
                  <a:pt x="111" y="2019"/>
                  <a:pt x="99" y="2012"/>
                  <a:pt x="89" y="2005"/>
                </a:cubicBezTo>
                <a:cubicBezTo>
                  <a:pt x="78" y="1998"/>
                  <a:pt x="68" y="1990"/>
                  <a:pt x="59" y="1981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40"/>
                  <a:pt x="20" y="1928"/>
                  <a:pt x="16" y="1916"/>
                </a:cubicBezTo>
                <a:cubicBezTo>
                  <a:pt x="11" y="1904"/>
                  <a:pt x="7" y="1892"/>
                  <a:pt x="4" y="1879"/>
                </a:cubicBezTo>
                <a:cubicBezTo>
                  <a:pt x="2" y="1866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985680" y="286200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7"/>
                </a:lnTo>
                <a:cubicBezTo>
                  <a:pt x="0" y="137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19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7"/>
                </a:cubicBezTo>
                <a:cubicBezTo>
                  <a:pt x="1508" y="127"/>
                  <a:pt x="1509" y="137"/>
                  <a:pt x="1509" y="147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8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5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7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7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5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8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743120" y="2071440"/>
            <a:ext cx="46540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Escaneás el QR — se abre en tu teléfono.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40480" y="295848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66440" y="35956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8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6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0"/>
                  <a:pt x="29559" y="1970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1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1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0"/>
                  <a:pt x="41" y="1960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766440" y="359568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39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8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6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39"/>
                </a:lnTo>
                <a:cubicBezTo>
                  <a:pt x="29608" y="1852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7"/>
                  <a:pt x="29582" y="1939"/>
                  <a:pt x="29575" y="1950"/>
                </a:cubicBezTo>
                <a:cubicBezTo>
                  <a:pt x="29568" y="1960"/>
                  <a:pt x="29559" y="1970"/>
                  <a:pt x="29550" y="1980"/>
                </a:cubicBezTo>
                <a:cubicBezTo>
                  <a:pt x="29541" y="1989"/>
                  <a:pt x="29531" y="1997"/>
                  <a:pt x="29520" y="2004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1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1"/>
                  <a:pt x="135" y="2028"/>
                  <a:pt x="123" y="2023"/>
                </a:cubicBezTo>
                <a:cubicBezTo>
                  <a:pt x="111" y="2018"/>
                  <a:pt x="99" y="2012"/>
                  <a:pt x="89" y="2004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0"/>
                  <a:pt x="41" y="1960"/>
                  <a:pt x="34" y="1950"/>
                </a:cubicBezTo>
                <a:cubicBezTo>
                  <a:pt x="27" y="1939"/>
                  <a:pt x="20" y="1927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2"/>
                  <a:pt x="0" y="1839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985680" y="3738240"/>
            <a:ext cx="543240" cy="448200"/>
          </a:xfrm>
          <a:custGeom>
            <a:avLst/>
            <a:gdLst/>
            <a:ahLst/>
            <a:rect l="0" t="0" r="r" b="b"/>
            <a:pathLst>
              <a:path w="1509" h="1245">
                <a:moveTo>
                  <a:pt x="0" y="109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1"/>
                  <a:pt x="1392" y="3"/>
                </a:cubicBezTo>
                <a:cubicBezTo>
                  <a:pt x="1401" y="5"/>
                  <a:pt x="1410" y="8"/>
                  <a:pt x="1419" y="11"/>
                </a:cubicBezTo>
                <a:cubicBezTo>
                  <a:pt x="1428" y="15"/>
                  <a:pt x="1436" y="20"/>
                  <a:pt x="1444" y="25"/>
                </a:cubicBezTo>
                <a:cubicBezTo>
                  <a:pt x="1452" y="30"/>
                  <a:pt x="1460" y="36"/>
                  <a:pt x="1466" y="43"/>
                </a:cubicBezTo>
                <a:cubicBezTo>
                  <a:pt x="1473" y="50"/>
                  <a:pt x="1479" y="57"/>
                  <a:pt x="1485" y="65"/>
                </a:cubicBezTo>
                <a:cubicBezTo>
                  <a:pt x="1490" y="73"/>
                  <a:pt x="1494" y="81"/>
                  <a:pt x="1498" y="90"/>
                </a:cubicBezTo>
                <a:cubicBezTo>
                  <a:pt x="1502" y="99"/>
                  <a:pt x="1504" y="108"/>
                  <a:pt x="1506" y="118"/>
                </a:cubicBezTo>
                <a:cubicBezTo>
                  <a:pt x="1508" y="127"/>
                  <a:pt x="1509" y="136"/>
                  <a:pt x="1509" y="146"/>
                </a:cubicBezTo>
                <a:lnTo>
                  <a:pt x="1509" y="1099"/>
                </a:lnTo>
                <a:cubicBezTo>
                  <a:pt x="1509" y="1109"/>
                  <a:pt x="1508" y="1118"/>
                  <a:pt x="1506" y="1128"/>
                </a:cubicBezTo>
                <a:cubicBezTo>
                  <a:pt x="1504" y="1137"/>
                  <a:pt x="1502" y="1146"/>
                  <a:pt x="1498" y="1155"/>
                </a:cubicBezTo>
                <a:cubicBezTo>
                  <a:pt x="1494" y="1164"/>
                  <a:pt x="1490" y="1172"/>
                  <a:pt x="1485" y="1180"/>
                </a:cubicBezTo>
                <a:cubicBezTo>
                  <a:pt x="1479" y="1188"/>
                  <a:pt x="1473" y="1196"/>
                  <a:pt x="1466" y="1202"/>
                </a:cubicBezTo>
                <a:cubicBezTo>
                  <a:pt x="1460" y="1209"/>
                  <a:pt x="1452" y="1215"/>
                  <a:pt x="1444" y="1220"/>
                </a:cubicBezTo>
                <a:cubicBezTo>
                  <a:pt x="1436" y="1226"/>
                  <a:pt x="1428" y="1230"/>
                  <a:pt x="1419" y="1234"/>
                </a:cubicBezTo>
                <a:cubicBezTo>
                  <a:pt x="1410" y="1238"/>
                  <a:pt x="1401" y="1240"/>
                  <a:pt x="1392" y="1242"/>
                </a:cubicBezTo>
                <a:cubicBezTo>
                  <a:pt x="1383" y="1244"/>
                  <a:pt x="1373" y="1245"/>
                  <a:pt x="1364" y="1245"/>
                </a:cubicBezTo>
                <a:lnTo>
                  <a:pt x="145" y="1245"/>
                </a:lnTo>
                <a:cubicBezTo>
                  <a:pt x="136" y="1245"/>
                  <a:pt x="126" y="1244"/>
                  <a:pt x="117" y="1242"/>
                </a:cubicBezTo>
                <a:cubicBezTo>
                  <a:pt x="108" y="1240"/>
                  <a:pt x="99" y="1238"/>
                  <a:pt x="90" y="1234"/>
                </a:cubicBezTo>
                <a:cubicBezTo>
                  <a:pt x="81" y="1230"/>
                  <a:pt x="73" y="1226"/>
                  <a:pt x="65" y="1220"/>
                </a:cubicBezTo>
                <a:cubicBezTo>
                  <a:pt x="57" y="1215"/>
                  <a:pt x="49" y="1209"/>
                  <a:pt x="43" y="1202"/>
                </a:cubicBezTo>
                <a:cubicBezTo>
                  <a:pt x="36" y="1196"/>
                  <a:pt x="30" y="1188"/>
                  <a:pt x="24" y="1180"/>
                </a:cubicBezTo>
                <a:cubicBezTo>
                  <a:pt x="19" y="1172"/>
                  <a:pt x="15" y="1164"/>
                  <a:pt x="11" y="1155"/>
                </a:cubicBezTo>
                <a:cubicBezTo>
                  <a:pt x="7" y="1146"/>
                  <a:pt x="5" y="1137"/>
                  <a:pt x="3" y="1128"/>
                </a:cubicBezTo>
                <a:cubicBezTo>
                  <a:pt x="1" y="1118"/>
                  <a:pt x="0" y="1109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743120" y="2947680"/>
            <a:ext cx="7927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das acceso a la cámara. Todo pasa en el momento; nada se guarda.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140480" y="383472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766440" y="447192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4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66440" y="4471920"/>
            <a:ext cx="10658880" cy="733680"/>
          </a:xfrm>
          <a:custGeom>
            <a:avLst/>
            <a:gdLst/>
            <a:ahLst/>
            <a:rect l="0" t="0" r="r" b="b"/>
            <a:pathLst>
              <a:path w="29608" h="2038">
                <a:moveTo>
                  <a:pt x="0" y="1840"/>
                </a:moveTo>
                <a:lnTo>
                  <a:pt x="0" y="198"/>
                </a:lnTo>
                <a:cubicBezTo>
                  <a:pt x="0" y="185"/>
                  <a:pt x="2" y="172"/>
                  <a:pt x="4" y="159"/>
                </a:cubicBezTo>
                <a:cubicBezTo>
                  <a:pt x="7" y="147"/>
                  <a:pt x="11" y="134"/>
                  <a:pt x="16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410" y="0"/>
                </a:lnTo>
                <a:cubicBezTo>
                  <a:pt x="29423" y="0"/>
                  <a:pt x="29436" y="1"/>
                  <a:pt x="29449" y="3"/>
                </a:cubicBezTo>
                <a:cubicBezTo>
                  <a:pt x="29461" y="6"/>
                  <a:pt x="29474" y="10"/>
                  <a:pt x="29486" y="15"/>
                </a:cubicBezTo>
                <a:cubicBezTo>
                  <a:pt x="29498" y="20"/>
                  <a:pt x="29509" y="26"/>
                  <a:pt x="29520" y="33"/>
                </a:cubicBezTo>
                <a:cubicBezTo>
                  <a:pt x="29531" y="40"/>
                  <a:pt x="29541" y="49"/>
                  <a:pt x="29550" y="58"/>
                </a:cubicBezTo>
                <a:cubicBezTo>
                  <a:pt x="29559" y="67"/>
                  <a:pt x="29568" y="77"/>
                  <a:pt x="29575" y="88"/>
                </a:cubicBezTo>
                <a:cubicBezTo>
                  <a:pt x="29582" y="99"/>
                  <a:pt x="29588" y="110"/>
                  <a:pt x="29593" y="122"/>
                </a:cubicBezTo>
                <a:cubicBezTo>
                  <a:pt x="29598" y="134"/>
                  <a:pt x="29602" y="147"/>
                  <a:pt x="29604" y="159"/>
                </a:cubicBezTo>
                <a:cubicBezTo>
                  <a:pt x="29607" y="172"/>
                  <a:pt x="29608" y="185"/>
                  <a:pt x="29608" y="198"/>
                </a:cubicBezTo>
                <a:lnTo>
                  <a:pt x="29608" y="1840"/>
                </a:lnTo>
                <a:cubicBezTo>
                  <a:pt x="29608" y="1853"/>
                  <a:pt x="29607" y="1865"/>
                  <a:pt x="29604" y="1878"/>
                </a:cubicBezTo>
                <a:cubicBezTo>
                  <a:pt x="29602" y="1891"/>
                  <a:pt x="29598" y="1903"/>
                  <a:pt x="29593" y="1915"/>
                </a:cubicBezTo>
                <a:cubicBezTo>
                  <a:pt x="29588" y="1928"/>
                  <a:pt x="29582" y="1939"/>
                  <a:pt x="29575" y="1950"/>
                </a:cubicBezTo>
                <a:cubicBezTo>
                  <a:pt x="29568" y="1961"/>
                  <a:pt x="29559" y="1971"/>
                  <a:pt x="29550" y="1980"/>
                </a:cubicBezTo>
                <a:cubicBezTo>
                  <a:pt x="29541" y="1989"/>
                  <a:pt x="29531" y="1997"/>
                  <a:pt x="29520" y="2005"/>
                </a:cubicBezTo>
                <a:cubicBezTo>
                  <a:pt x="29509" y="2012"/>
                  <a:pt x="29498" y="2018"/>
                  <a:pt x="29486" y="2023"/>
                </a:cubicBezTo>
                <a:cubicBezTo>
                  <a:pt x="29474" y="2028"/>
                  <a:pt x="29461" y="2032"/>
                  <a:pt x="29449" y="2034"/>
                </a:cubicBezTo>
                <a:cubicBezTo>
                  <a:pt x="29436" y="2037"/>
                  <a:pt x="29423" y="2038"/>
                  <a:pt x="29410" y="2038"/>
                </a:cubicBezTo>
                <a:lnTo>
                  <a:pt x="199" y="2038"/>
                </a:lnTo>
                <a:cubicBezTo>
                  <a:pt x="186" y="2038"/>
                  <a:pt x="173" y="2037"/>
                  <a:pt x="160" y="2034"/>
                </a:cubicBezTo>
                <a:cubicBezTo>
                  <a:pt x="147" y="2032"/>
                  <a:pt x="135" y="2028"/>
                  <a:pt x="123" y="2023"/>
                </a:cubicBezTo>
                <a:cubicBezTo>
                  <a:pt x="111" y="2018"/>
                  <a:pt x="99" y="2012"/>
                  <a:pt x="89" y="2005"/>
                </a:cubicBezTo>
                <a:cubicBezTo>
                  <a:pt x="78" y="1997"/>
                  <a:pt x="68" y="1989"/>
                  <a:pt x="59" y="1980"/>
                </a:cubicBezTo>
                <a:cubicBezTo>
                  <a:pt x="49" y="1971"/>
                  <a:pt x="41" y="1961"/>
                  <a:pt x="34" y="1950"/>
                </a:cubicBezTo>
                <a:cubicBezTo>
                  <a:pt x="27" y="1939"/>
                  <a:pt x="20" y="1928"/>
                  <a:pt x="16" y="1915"/>
                </a:cubicBezTo>
                <a:cubicBezTo>
                  <a:pt x="11" y="1903"/>
                  <a:pt x="7" y="1891"/>
                  <a:pt x="4" y="1878"/>
                </a:cubicBezTo>
                <a:cubicBezTo>
                  <a:pt x="2" y="1865"/>
                  <a:pt x="0" y="1853"/>
                  <a:pt x="0" y="184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985680" y="4614840"/>
            <a:ext cx="543240" cy="447840"/>
          </a:xfrm>
          <a:custGeom>
            <a:avLst/>
            <a:gdLst/>
            <a:ahLst/>
            <a:rect l="0" t="0" r="r" b="b"/>
            <a:pathLst>
              <a:path w="1509" h="1244">
                <a:moveTo>
                  <a:pt x="0" y="109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364" y="0"/>
                </a:lnTo>
                <a:cubicBezTo>
                  <a:pt x="1373" y="0"/>
                  <a:pt x="1383" y="0"/>
                  <a:pt x="1392" y="2"/>
                </a:cubicBezTo>
                <a:cubicBezTo>
                  <a:pt x="1401" y="4"/>
                  <a:pt x="1410" y="7"/>
                  <a:pt x="1419" y="11"/>
                </a:cubicBezTo>
                <a:cubicBezTo>
                  <a:pt x="1428" y="14"/>
                  <a:pt x="1436" y="19"/>
                  <a:pt x="1444" y="24"/>
                </a:cubicBezTo>
                <a:cubicBezTo>
                  <a:pt x="1452" y="29"/>
                  <a:pt x="1460" y="35"/>
                  <a:pt x="1466" y="42"/>
                </a:cubicBezTo>
                <a:cubicBezTo>
                  <a:pt x="1473" y="49"/>
                  <a:pt x="1479" y="56"/>
                  <a:pt x="1485" y="64"/>
                </a:cubicBezTo>
                <a:cubicBezTo>
                  <a:pt x="1490" y="72"/>
                  <a:pt x="1494" y="81"/>
                  <a:pt x="1498" y="89"/>
                </a:cubicBezTo>
                <a:cubicBezTo>
                  <a:pt x="1502" y="98"/>
                  <a:pt x="1504" y="107"/>
                  <a:pt x="1506" y="117"/>
                </a:cubicBezTo>
                <a:cubicBezTo>
                  <a:pt x="1508" y="126"/>
                  <a:pt x="1509" y="136"/>
                  <a:pt x="1509" y="145"/>
                </a:cubicBezTo>
                <a:lnTo>
                  <a:pt x="1509" y="1099"/>
                </a:lnTo>
                <a:cubicBezTo>
                  <a:pt x="1509" y="1108"/>
                  <a:pt x="1508" y="1118"/>
                  <a:pt x="1506" y="1127"/>
                </a:cubicBezTo>
                <a:cubicBezTo>
                  <a:pt x="1504" y="1136"/>
                  <a:pt x="1502" y="1145"/>
                  <a:pt x="1498" y="1154"/>
                </a:cubicBezTo>
                <a:cubicBezTo>
                  <a:pt x="1494" y="1163"/>
                  <a:pt x="1490" y="1171"/>
                  <a:pt x="1485" y="1179"/>
                </a:cubicBezTo>
                <a:cubicBezTo>
                  <a:pt x="1479" y="1187"/>
                  <a:pt x="1473" y="1195"/>
                  <a:pt x="1466" y="1201"/>
                </a:cubicBezTo>
                <a:cubicBezTo>
                  <a:pt x="1460" y="1208"/>
                  <a:pt x="1452" y="1214"/>
                  <a:pt x="1444" y="1220"/>
                </a:cubicBezTo>
                <a:cubicBezTo>
                  <a:pt x="1436" y="1225"/>
                  <a:pt x="1428" y="1229"/>
                  <a:pt x="1419" y="1233"/>
                </a:cubicBezTo>
                <a:cubicBezTo>
                  <a:pt x="1410" y="1237"/>
                  <a:pt x="1401" y="1239"/>
                  <a:pt x="1392" y="1241"/>
                </a:cubicBezTo>
                <a:cubicBezTo>
                  <a:pt x="1383" y="1243"/>
                  <a:pt x="1373" y="1244"/>
                  <a:pt x="1364" y="1244"/>
                </a:cubicBezTo>
                <a:lnTo>
                  <a:pt x="145" y="1244"/>
                </a:lnTo>
                <a:cubicBezTo>
                  <a:pt x="136" y="1244"/>
                  <a:pt x="126" y="1243"/>
                  <a:pt x="117" y="1241"/>
                </a:cubicBezTo>
                <a:cubicBezTo>
                  <a:pt x="108" y="1239"/>
                  <a:pt x="99" y="1237"/>
                  <a:pt x="90" y="1233"/>
                </a:cubicBezTo>
                <a:cubicBezTo>
                  <a:pt x="81" y="1229"/>
                  <a:pt x="73" y="1225"/>
                  <a:pt x="65" y="1220"/>
                </a:cubicBezTo>
                <a:cubicBezTo>
                  <a:pt x="57" y="1214"/>
                  <a:pt x="49" y="1208"/>
                  <a:pt x="43" y="1201"/>
                </a:cubicBezTo>
                <a:cubicBezTo>
                  <a:pt x="36" y="1195"/>
                  <a:pt x="30" y="1187"/>
                  <a:pt x="24" y="1179"/>
                </a:cubicBezTo>
                <a:cubicBezTo>
                  <a:pt x="19" y="1171"/>
                  <a:pt x="15" y="1163"/>
                  <a:pt x="11" y="1154"/>
                </a:cubicBezTo>
                <a:cubicBezTo>
                  <a:pt x="7" y="1145"/>
                  <a:pt x="5" y="1136"/>
                  <a:pt x="3" y="1127"/>
                </a:cubicBezTo>
                <a:cubicBezTo>
                  <a:pt x="1" y="1118"/>
                  <a:pt x="0" y="1108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1F7A48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743120" y="3823920"/>
            <a:ext cx="6670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te pide un gesto. Lo hacés. Lo detecta de verdad.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140480" y="4710960"/>
            <a:ext cx="22932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743120" y="4700160"/>
            <a:ext cx="60624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Pasás ese paso → el siguiente es más exigente. Y así.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87388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28032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90232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330912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93076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33756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90232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30912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93076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333756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873880" y="547164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280320" y="54792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93076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333756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873880" y="54144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3280320" y="542196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902320" y="5443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🪤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3309120" y="5450400"/>
            <a:ext cx="596988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ES UNA TRAMPA  ·  PROBALA IGUAL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433160" y="27097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1433160" y="27097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62120" y="1064880"/>
            <a:ext cx="364320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La detección es real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818360" y="289440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433160" y="36241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0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8"/>
                  <a:pt x="25880" y="66"/>
                </a:cubicBezTo>
                <a:cubicBezTo>
                  <a:pt x="25885" y="74"/>
                  <a:pt x="25889" y="82"/>
                  <a:pt x="25893" y="91"/>
                </a:cubicBezTo>
                <a:cubicBezTo>
                  <a:pt x="25897" y="100"/>
                  <a:pt x="25900" y="109"/>
                  <a:pt x="25901" y="118"/>
                </a:cubicBezTo>
                <a:cubicBezTo>
                  <a:pt x="25903" y="127"/>
                  <a:pt x="25904" y="137"/>
                  <a:pt x="25904" y="146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1433160" y="36241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100"/>
                  <a:pt x="12" y="91"/>
                </a:cubicBezTo>
                <a:cubicBezTo>
                  <a:pt x="15" y="82"/>
                  <a:pt x="20" y="74"/>
                  <a:pt x="25" y="66"/>
                </a:cubicBezTo>
                <a:cubicBezTo>
                  <a:pt x="30" y="58"/>
                  <a:pt x="36" y="50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50"/>
                  <a:pt x="25874" y="58"/>
                  <a:pt x="25880" y="66"/>
                </a:cubicBezTo>
                <a:cubicBezTo>
                  <a:pt x="25885" y="74"/>
                  <a:pt x="25889" y="82"/>
                  <a:pt x="25893" y="91"/>
                </a:cubicBezTo>
                <a:cubicBezTo>
                  <a:pt x="25897" y="100"/>
                  <a:pt x="25900" y="109"/>
                  <a:pt x="25901" y="118"/>
                </a:cubicBezTo>
                <a:cubicBezTo>
                  <a:pt x="25903" y="127"/>
                  <a:pt x="25904" y="137"/>
                  <a:pt x="25904" y="146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657520" y="2984040"/>
            <a:ext cx="5883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Los primeros gestos son normales — los pasás sin drama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027080" y="4132800"/>
            <a:ext cx="10137960" cy="1622160"/>
          </a:xfrm>
          <a:custGeom>
            <a:avLst/>
            <a:gdLst/>
            <a:ahLst/>
            <a:rect l="0" t="0" r="r" b="b"/>
            <a:pathLst>
              <a:path w="28161" h="4506">
                <a:moveTo>
                  <a:pt x="1142" y="1272"/>
                </a:moveTo>
                <a:lnTo>
                  <a:pt x="1142" y="3230"/>
                </a:lnTo>
                <a:cubicBezTo>
                  <a:pt x="1142" y="3267"/>
                  <a:pt x="1155" y="3298"/>
                  <a:pt x="1180" y="3324"/>
                </a:cubicBezTo>
                <a:cubicBezTo>
                  <a:pt x="1206" y="3350"/>
                  <a:pt x="1237" y="3363"/>
                  <a:pt x="1274" y="3363"/>
                </a:cubicBezTo>
                <a:lnTo>
                  <a:pt x="26887" y="3363"/>
                </a:lnTo>
                <a:cubicBezTo>
                  <a:pt x="26923" y="3363"/>
                  <a:pt x="26954" y="3350"/>
                  <a:pt x="26980" y="3324"/>
                </a:cubicBezTo>
                <a:cubicBezTo>
                  <a:pt x="27006" y="3298"/>
                  <a:pt x="27019" y="3267"/>
                  <a:pt x="27019" y="3230"/>
                </a:cubicBezTo>
                <a:lnTo>
                  <a:pt x="27019" y="1272"/>
                </a:lnTo>
                <a:cubicBezTo>
                  <a:pt x="27019" y="1236"/>
                  <a:pt x="27006" y="1205"/>
                  <a:pt x="26980" y="1179"/>
                </a:cubicBezTo>
                <a:cubicBezTo>
                  <a:pt x="26954" y="1153"/>
                  <a:pt x="26923" y="1140"/>
                  <a:pt x="26887" y="1140"/>
                </a:cubicBezTo>
                <a:lnTo>
                  <a:pt x="1274" y="1140"/>
                </a:lnTo>
                <a:cubicBezTo>
                  <a:pt x="1237" y="1140"/>
                  <a:pt x="1206" y="1153"/>
                  <a:pt x="1180" y="1179"/>
                </a:cubicBezTo>
                <a:cubicBezTo>
                  <a:pt x="1155" y="1205"/>
                  <a:pt x="1142" y="1236"/>
                  <a:pt x="1142" y="1272"/>
                </a:cubicBezTo>
                <a:moveTo>
                  <a:pt x="0" y="0"/>
                </a:moveTo>
                <a:lnTo>
                  <a:pt x="28161" y="0"/>
                </a:lnTo>
                <a:lnTo>
                  <a:pt x="28161" y="4506"/>
                </a:lnTo>
                <a:lnTo>
                  <a:pt x="0" y="4506"/>
                </a:lnTo>
                <a:lnTo>
                  <a:pt x="0" y="0"/>
                </a:lnTo>
                <a:close/>
              </a:path>
            </a:pathLst>
          </a:custGeom>
          <a:solidFill>
            <a:srgbClr val="3DDC84">
              <a:alpha val="2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433160" y="45385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1433160" y="45385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noFill/>
          <a:ln w="9360">
            <a:solidFill>
              <a:srgbClr val="3DDC84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2657520" y="3898440"/>
            <a:ext cx="4511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Después, los pedidos se vuelven... creativos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657520" y="4812840"/>
            <a:ext cx="618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AFFF2"/>
                </a:solidFill>
                <a:effectLst/>
                <a:uFillTx/>
                <a:latin typeface="Arial"/>
                <a:ea typeface="Arial"/>
              </a:rPr>
              <a:t>Cuánto aguantás antes de que sea imposible: averigualo vos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62120" y="5601600"/>
            <a:ext cx="56178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 spoileamos los pedidos finales. Se disfrutan más en vivo.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433160" y="17953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433160" y="1795320"/>
            <a:ext cx="9325440" cy="810000"/>
          </a:xfrm>
          <a:custGeom>
            <a:avLst/>
            <a:gdLst/>
            <a:ahLst/>
            <a:rect l="0" t="0" r="r" b="b"/>
            <a:pathLst>
              <a:path w="25904" h="2250">
                <a:moveTo>
                  <a:pt x="0" y="21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5759" y="0"/>
                </a:lnTo>
                <a:cubicBezTo>
                  <a:pt x="25768" y="0"/>
                  <a:pt x="25778" y="1"/>
                  <a:pt x="25787" y="3"/>
                </a:cubicBezTo>
                <a:cubicBezTo>
                  <a:pt x="25796" y="5"/>
                  <a:pt x="25806" y="7"/>
                  <a:pt x="25814" y="11"/>
                </a:cubicBezTo>
                <a:cubicBezTo>
                  <a:pt x="25823" y="15"/>
                  <a:pt x="25832" y="19"/>
                  <a:pt x="25840" y="24"/>
                </a:cubicBezTo>
                <a:cubicBezTo>
                  <a:pt x="25847" y="30"/>
                  <a:pt x="25855" y="36"/>
                  <a:pt x="25862" y="43"/>
                </a:cubicBezTo>
                <a:cubicBezTo>
                  <a:pt x="25868" y="49"/>
                  <a:pt x="25874" y="57"/>
                  <a:pt x="25880" y="65"/>
                </a:cubicBezTo>
                <a:cubicBezTo>
                  <a:pt x="25885" y="73"/>
                  <a:pt x="25889" y="81"/>
                  <a:pt x="25893" y="90"/>
                </a:cubicBezTo>
                <a:cubicBezTo>
                  <a:pt x="25897" y="99"/>
                  <a:pt x="25900" y="108"/>
                  <a:pt x="25901" y="117"/>
                </a:cubicBezTo>
                <a:cubicBezTo>
                  <a:pt x="25903" y="126"/>
                  <a:pt x="25904" y="136"/>
                  <a:pt x="25904" y="145"/>
                </a:cubicBezTo>
                <a:lnTo>
                  <a:pt x="25904" y="2104"/>
                </a:lnTo>
                <a:cubicBezTo>
                  <a:pt x="25904" y="2114"/>
                  <a:pt x="25903" y="2123"/>
                  <a:pt x="25901" y="2133"/>
                </a:cubicBezTo>
                <a:cubicBezTo>
                  <a:pt x="25900" y="2142"/>
                  <a:pt x="25897" y="2151"/>
                  <a:pt x="25893" y="2160"/>
                </a:cubicBezTo>
                <a:cubicBezTo>
                  <a:pt x="25889" y="2169"/>
                  <a:pt x="25885" y="2177"/>
                  <a:pt x="25880" y="2185"/>
                </a:cubicBezTo>
                <a:cubicBezTo>
                  <a:pt x="25874" y="2193"/>
                  <a:pt x="25868" y="2200"/>
                  <a:pt x="25862" y="2207"/>
                </a:cubicBezTo>
                <a:cubicBezTo>
                  <a:pt x="25855" y="2214"/>
                  <a:pt x="25847" y="2220"/>
                  <a:pt x="25840" y="2225"/>
                </a:cubicBezTo>
                <a:cubicBezTo>
                  <a:pt x="25832" y="2231"/>
                  <a:pt x="25823" y="2235"/>
                  <a:pt x="25814" y="2239"/>
                </a:cubicBezTo>
                <a:cubicBezTo>
                  <a:pt x="25806" y="2242"/>
                  <a:pt x="25796" y="2245"/>
                  <a:pt x="25787" y="2247"/>
                </a:cubicBezTo>
                <a:cubicBezTo>
                  <a:pt x="25778" y="2249"/>
                  <a:pt x="25768" y="2250"/>
                  <a:pt x="25759" y="2250"/>
                </a:cubicBezTo>
                <a:lnTo>
                  <a:pt x="146" y="2250"/>
                </a:lnTo>
                <a:cubicBezTo>
                  <a:pt x="136" y="2250"/>
                  <a:pt x="127" y="2249"/>
                  <a:pt x="118" y="2247"/>
                </a:cubicBezTo>
                <a:cubicBezTo>
                  <a:pt x="108" y="2245"/>
                  <a:pt x="99" y="2242"/>
                  <a:pt x="90" y="2239"/>
                </a:cubicBezTo>
                <a:cubicBezTo>
                  <a:pt x="81" y="2235"/>
                  <a:pt x="73" y="2231"/>
                  <a:pt x="65" y="2225"/>
                </a:cubicBezTo>
                <a:cubicBezTo>
                  <a:pt x="57" y="2220"/>
                  <a:pt x="50" y="2214"/>
                  <a:pt x="43" y="2207"/>
                </a:cubicBezTo>
                <a:cubicBezTo>
                  <a:pt x="36" y="2200"/>
                  <a:pt x="30" y="2193"/>
                  <a:pt x="25" y="2185"/>
                </a:cubicBezTo>
                <a:cubicBezTo>
                  <a:pt x="20" y="2177"/>
                  <a:pt x="15" y="2169"/>
                  <a:pt x="12" y="2160"/>
                </a:cubicBezTo>
                <a:cubicBezTo>
                  <a:pt x="8" y="2151"/>
                  <a:pt x="5" y="2142"/>
                  <a:pt x="3" y="2133"/>
                </a:cubicBezTo>
                <a:cubicBezTo>
                  <a:pt x="1" y="2123"/>
                  <a:pt x="0" y="2114"/>
                  <a:pt x="0" y="2104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818360" y="1980000"/>
            <a:ext cx="475200" cy="4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EDEDED"/>
                </a:solidFill>
                <a:effectLst/>
                <a:uFillTx/>
                <a:latin typeface="NotoColorEmoji"/>
                <a:ea typeface="NotoColorEmoji"/>
              </a:rPr>
              <a:t>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1630800" y="3620880"/>
            <a:ext cx="853200" cy="81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"/>
          <p:cNvPicPr/>
          <p:nvPr/>
        </p:nvPicPr>
        <p:blipFill>
          <a:blip r:embed="rId2"/>
          <a:stretch/>
        </p:blipFill>
        <p:spPr>
          <a:xfrm>
            <a:off x="1347120" y="4251960"/>
            <a:ext cx="1419840" cy="138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"/>
          <p:cNvSpPr txBox="1"/>
          <p:nvPr/>
        </p:nvSpPr>
        <p:spPr>
          <a:xfrm>
            <a:off x="2657520" y="2069640"/>
            <a:ext cx="5871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MediaPipe te lee la cara: parpadeo, giro, inclinación, boca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2776680" y="691920"/>
            <a:ext cx="450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ESCANEÁ · REQUIERE CÁMARA · NO VAS A APROBAR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4195440" y="1919160"/>
            <a:ext cx="3800880" cy="3800880"/>
          </a:xfrm>
          <a:custGeom>
            <a:avLst/>
            <a:gdLst/>
            <a:ahLst/>
            <a:rect l="0" t="0" r="r" b="b"/>
            <a:pathLst>
              <a:path w="10558" h="10558">
                <a:moveTo>
                  <a:pt x="0" y="10332"/>
                </a:moveTo>
                <a:lnTo>
                  <a:pt x="0" y="225"/>
                </a:ln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10333" y="0"/>
                </a:lnTo>
                <a:cubicBezTo>
                  <a:pt x="10348" y="0"/>
                  <a:pt x="10363" y="1"/>
                  <a:pt x="10377" y="4"/>
                </a:cubicBezTo>
                <a:cubicBezTo>
                  <a:pt x="10392" y="7"/>
                  <a:pt x="10406" y="11"/>
                  <a:pt x="10419" y="17"/>
                </a:cubicBezTo>
                <a:cubicBezTo>
                  <a:pt x="10433" y="23"/>
                  <a:pt x="10446" y="30"/>
                  <a:pt x="10458" y="38"/>
                </a:cubicBezTo>
                <a:cubicBezTo>
                  <a:pt x="10471" y="46"/>
                  <a:pt x="10482" y="55"/>
                  <a:pt x="10492" y="66"/>
                </a:cubicBezTo>
                <a:cubicBezTo>
                  <a:pt x="10503" y="76"/>
                  <a:pt x="10512" y="88"/>
                  <a:pt x="10520" y="100"/>
                </a:cubicBezTo>
                <a:cubicBezTo>
                  <a:pt x="10529" y="112"/>
                  <a:pt x="10535" y="125"/>
                  <a:pt x="10541" y="139"/>
                </a:cubicBezTo>
                <a:cubicBezTo>
                  <a:pt x="10547" y="152"/>
                  <a:pt x="10551" y="166"/>
                  <a:pt x="10554" y="181"/>
                </a:cubicBezTo>
                <a:cubicBezTo>
                  <a:pt x="10557" y="195"/>
                  <a:pt x="10558" y="210"/>
                  <a:pt x="10558" y="225"/>
                </a:cubicBezTo>
                <a:lnTo>
                  <a:pt x="10558" y="10332"/>
                </a:lnTo>
                <a:cubicBezTo>
                  <a:pt x="10558" y="10347"/>
                  <a:pt x="10557" y="10361"/>
                  <a:pt x="10554" y="10376"/>
                </a:cubicBezTo>
                <a:cubicBezTo>
                  <a:pt x="10551" y="10390"/>
                  <a:pt x="10547" y="10404"/>
                  <a:pt x="10541" y="10418"/>
                </a:cubicBezTo>
                <a:cubicBezTo>
                  <a:pt x="10535" y="10432"/>
                  <a:pt x="10529" y="10444"/>
                  <a:pt x="10520" y="10457"/>
                </a:cubicBezTo>
                <a:cubicBezTo>
                  <a:pt x="10512" y="10469"/>
                  <a:pt x="10503" y="10480"/>
                  <a:pt x="10492" y="10491"/>
                </a:cubicBezTo>
                <a:cubicBezTo>
                  <a:pt x="10482" y="10501"/>
                  <a:pt x="10471" y="10512"/>
                  <a:pt x="10458" y="10520"/>
                </a:cubicBezTo>
                <a:cubicBezTo>
                  <a:pt x="10446" y="10528"/>
                  <a:pt x="10433" y="10535"/>
                  <a:pt x="10419" y="10541"/>
                </a:cubicBezTo>
                <a:cubicBezTo>
                  <a:pt x="10406" y="10546"/>
                  <a:pt x="10392" y="10551"/>
                  <a:pt x="10377" y="10553"/>
                </a:cubicBezTo>
                <a:cubicBezTo>
                  <a:pt x="10363" y="10556"/>
                  <a:pt x="10348" y="10558"/>
                  <a:pt x="10333" y="10558"/>
                </a:cubicBezTo>
                <a:lnTo>
                  <a:pt x="225" y="10558"/>
                </a:lnTo>
                <a:cubicBezTo>
                  <a:pt x="211" y="10558"/>
                  <a:pt x="196" y="10556"/>
                  <a:pt x="181" y="10553"/>
                </a:cubicBezTo>
                <a:cubicBezTo>
                  <a:pt x="167" y="10551"/>
                  <a:pt x="153" y="10546"/>
                  <a:pt x="139" y="10541"/>
                </a:cubicBezTo>
                <a:cubicBezTo>
                  <a:pt x="126" y="10535"/>
                  <a:pt x="113" y="10528"/>
                  <a:pt x="100" y="10520"/>
                </a:cubicBezTo>
                <a:cubicBezTo>
                  <a:pt x="88" y="10512"/>
                  <a:pt x="77" y="10501"/>
                  <a:pt x="66" y="10491"/>
                </a:cubicBezTo>
                <a:cubicBezTo>
                  <a:pt x="56" y="10480"/>
                  <a:pt x="47" y="10469"/>
                  <a:pt x="38" y="10457"/>
                </a:cubicBezTo>
                <a:cubicBezTo>
                  <a:pt x="30" y="10444"/>
                  <a:pt x="23" y="10432"/>
                  <a:pt x="18" y="10418"/>
                </a:cubicBezTo>
                <a:cubicBezTo>
                  <a:pt x="12" y="10404"/>
                  <a:pt x="8" y="10390"/>
                  <a:pt x="5" y="10376"/>
                </a:cubicBezTo>
                <a:cubicBezTo>
                  <a:pt x="2" y="10361"/>
                  <a:pt x="0" y="10347"/>
                  <a:pt x="0" y="10332"/>
                </a:cubicBezTo>
                <a:close/>
              </a:path>
            </a:pathLst>
          </a:custGeom>
          <a:noFill/>
          <a:ln w="28440">
            <a:solidFill>
              <a:srgbClr val="3DDC84"/>
            </a:solidFill>
            <a:miter/>
          </a:ln>
        </p:spPr>
        <p:txBody>
          <a:bodyPr lIns="14040" tIns="14040" rIns="14040" bIns="140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7" name=""/>
          <p:cNvPicPr/>
          <p:nvPr/>
        </p:nvPicPr>
        <p:blipFill>
          <a:blip r:embed="rId1"/>
          <a:stretch/>
        </p:blipFill>
        <p:spPr>
          <a:xfrm>
            <a:off x="4381560" y="2104920"/>
            <a:ext cx="342864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"/>
          <p:cNvSpPr txBox="1"/>
          <p:nvPr/>
        </p:nvSpPr>
        <p:spPr>
          <a:xfrm>
            <a:off x="3624840" y="1082880"/>
            <a:ext cx="511236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PROBALO AHORA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950280" y="6034680"/>
            <a:ext cx="4009320" cy="276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lorengrz.github.io/HumanDetector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66440" y="5310000"/>
            <a:ext cx="943560" cy="343440"/>
          </a:xfrm>
          <a:custGeom>
            <a:avLst/>
            <a:gdLst/>
            <a:ahLst/>
            <a:rect l="0" t="0" r="r" b="b"/>
            <a:pathLst>
              <a:path w="262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528" y="0"/>
                </a:lnTo>
                <a:cubicBezTo>
                  <a:pt x="2540" y="0"/>
                  <a:pt x="2552" y="2"/>
                  <a:pt x="2564" y="8"/>
                </a:cubicBezTo>
                <a:cubicBezTo>
                  <a:pt x="2575" y="13"/>
                  <a:pt x="2585" y="19"/>
                  <a:pt x="2594" y="28"/>
                </a:cubicBezTo>
                <a:cubicBezTo>
                  <a:pt x="2602" y="37"/>
                  <a:pt x="2609" y="47"/>
                  <a:pt x="2614" y="58"/>
                </a:cubicBezTo>
                <a:cubicBezTo>
                  <a:pt x="2618" y="70"/>
                  <a:pt x="2621" y="81"/>
                  <a:pt x="2621" y="94"/>
                </a:cubicBezTo>
                <a:lnTo>
                  <a:pt x="2621" y="861"/>
                </a:lnTo>
                <a:cubicBezTo>
                  <a:pt x="2621" y="873"/>
                  <a:pt x="2618" y="885"/>
                  <a:pt x="2614" y="896"/>
                </a:cubicBezTo>
                <a:cubicBezTo>
                  <a:pt x="2609" y="908"/>
                  <a:pt x="2602" y="918"/>
                  <a:pt x="2594" y="926"/>
                </a:cubicBezTo>
                <a:cubicBezTo>
                  <a:pt x="2585" y="935"/>
                  <a:pt x="2575" y="942"/>
                  <a:pt x="2564" y="946"/>
                </a:cubicBezTo>
                <a:cubicBezTo>
                  <a:pt x="2552" y="951"/>
                  <a:pt x="2540" y="954"/>
                  <a:pt x="2528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8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762120" y="979200"/>
            <a:ext cx="3176280" cy="425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Cómo está hecho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814400" y="5310000"/>
            <a:ext cx="1248120" cy="343440"/>
          </a:xfrm>
          <a:custGeom>
            <a:avLst/>
            <a:gdLst/>
            <a:ahLst/>
            <a:rect l="0" t="0" r="r" b="b"/>
            <a:pathLst>
              <a:path w="3467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374" y="0"/>
                </a:lnTo>
                <a:cubicBezTo>
                  <a:pt x="3387" y="0"/>
                  <a:pt x="3398" y="2"/>
                  <a:pt x="3410" y="8"/>
                </a:cubicBezTo>
                <a:cubicBezTo>
                  <a:pt x="3421" y="13"/>
                  <a:pt x="3431" y="19"/>
                  <a:pt x="3440" y="28"/>
                </a:cubicBezTo>
                <a:cubicBezTo>
                  <a:pt x="3448" y="37"/>
                  <a:pt x="3455" y="47"/>
                  <a:pt x="3460" y="58"/>
                </a:cubicBezTo>
                <a:cubicBezTo>
                  <a:pt x="3465" y="70"/>
                  <a:pt x="3467" y="81"/>
                  <a:pt x="3467" y="94"/>
                </a:cubicBezTo>
                <a:lnTo>
                  <a:pt x="3467" y="861"/>
                </a:lnTo>
                <a:cubicBezTo>
                  <a:pt x="3467" y="873"/>
                  <a:pt x="3465" y="885"/>
                  <a:pt x="3460" y="896"/>
                </a:cubicBezTo>
                <a:cubicBezTo>
                  <a:pt x="3455" y="908"/>
                  <a:pt x="3448" y="918"/>
                  <a:pt x="3440" y="926"/>
                </a:cubicBezTo>
                <a:cubicBezTo>
                  <a:pt x="3431" y="935"/>
                  <a:pt x="3421" y="942"/>
                  <a:pt x="3410" y="946"/>
                </a:cubicBezTo>
                <a:cubicBezTo>
                  <a:pt x="3398" y="951"/>
                  <a:pt x="3387" y="954"/>
                  <a:pt x="3374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866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Next.js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3166920" y="5310000"/>
            <a:ext cx="1047960" cy="343440"/>
          </a:xfrm>
          <a:custGeom>
            <a:avLst/>
            <a:gdLst/>
            <a:ahLst/>
            <a:rect l="0" t="0" r="r" b="b"/>
            <a:pathLst>
              <a:path w="2911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2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819" y="0"/>
                </a:lnTo>
                <a:cubicBezTo>
                  <a:pt x="2831" y="0"/>
                  <a:pt x="2843" y="2"/>
                  <a:pt x="2854" y="8"/>
                </a:cubicBezTo>
                <a:cubicBezTo>
                  <a:pt x="2865" y="13"/>
                  <a:pt x="2876" y="19"/>
                  <a:pt x="2884" y="28"/>
                </a:cubicBezTo>
                <a:cubicBezTo>
                  <a:pt x="2893" y="37"/>
                  <a:pt x="2900" y="47"/>
                  <a:pt x="2904" y="58"/>
                </a:cubicBezTo>
                <a:cubicBezTo>
                  <a:pt x="2909" y="70"/>
                  <a:pt x="2911" y="81"/>
                  <a:pt x="2911" y="94"/>
                </a:cubicBezTo>
                <a:lnTo>
                  <a:pt x="2911" y="861"/>
                </a:lnTo>
                <a:cubicBezTo>
                  <a:pt x="2911" y="873"/>
                  <a:pt x="2909" y="885"/>
                  <a:pt x="2904" y="896"/>
                </a:cubicBezTo>
                <a:cubicBezTo>
                  <a:pt x="2900" y="908"/>
                  <a:pt x="2893" y="918"/>
                  <a:pt x="2884" y="926"/>
                </a:cubicBezTo>
                <a:cubicBezTo>
                  <a:pt x="2876" y="935"/>
                  <a:pt x="2865" y="942"/>
                  <a:pt x="2854" y="946"/>
                </a:cubicBezTo>
                <a:cubicBezTo>
                  <a:pt x="2843" y="951"/>
                  <a:pt x="2831" y="954"/>
                  <a:pt x="2819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2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9105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TypeScript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319280" y="5310000"/>
            <a:ext cx="838800" cy="343440"/>
          </a:xfrm>
          <a:custGeom>
            <a:avLst/>
            <a:gdLst/>
            <a:ahLst/>
            <a:rect l="0" t="0" r="r" b="b"/>
            <a:pathLst>
              <a:path w="233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lnTo>
                  <a:pt x="2237" y="0"/>
                </a:lnTo>
                <a:cubicBezTo>
                  <a:pt x="2249" y="0"/>
                  <a:pt x="2261" y="2"/>
                  <a:pt x="2273" y="8"/>
                </a:cubicBezTo>
                <a:cubicBezTo>
                  <a:pt x="2284" y="13"/>
                  <a:pt x="2294" y="19"/>
                  <a:pt x="2303" y="28"/>
                </a:cubicBezTo>
                <a:cubicBezTo>
                  <a:pt x="2311" y="37"/>
                  <a:pt x="2318" y="47"/>
                  <a:pt x="2323" y="58"/>
                </a:cubicBezTo>
                <a:cubicBezTo>
                  <a:pt x="2327" y="70"/>
                  <a:pt x="2330" y="81"/>
                  <a:pt x="2330" y="94"/>
                </a:cubicBezTo>
                <a:lnTo>
                  <a:pt x="2330" y="861"/>
                </a:lnTo>
                <a:cubicBezTo>
                  <a:pt x="2330" y="873"/>
                  <a:pt x="2327" y="885"/>
                  <a:pt x="2323" y="896"/>
                </a:cubicBezTo>
                <a:cubicBezTo>
                  <a:pt x="2318" y="908"/>
                  <a:pt x="2311" y="918"/>
                  <a:pt x="2303" y="926"/>
                </a:cubicBezTo>
                <a:cubicBezTo>
                  <a:pt x="2294" y="935"/>
                  <a:pt x="2284" y="942"/>
                  <a:pt x="2273" y="946"/>
                </a:cubicBezTo>
                <a:cubicBezTo>
                  <a:pt x="2261" y="951"/>
                  <a:pt x="2249" y="954"/>
                  <a:pt x="2237" y="954"/>
                </a:cubicBezTo>
                <a:lnTo>
                  <a:pt x="93" y="954"/>
                </a:lnTo>
                <a:cubicBezTo>
                  <a:pt x="81" y="954"/>
                  <a:pt x="69" y="951"/>
                  <a:pt x="58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3270600" y="5368680"/>
            <a:ext cx="8200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Tailwind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262480" y="5310000"/>
            <a:ext cx="933840" cy="343440"/>
          </a:xfrm>
          <a:custGeom>
            <a:avLst/>
            <a:gdLst/>
            <a:ahLst/>
            <a:rect l="0" t="0" r="r" b="b"/>
            <a:pathLst>
              <a:path w="25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01" y="0"/>
                </a:lnTo>
                <a:cubicBezTo>
                  <a:pt x="2513" y="0"/>
                  <a:pt x="2525" y="2"/>
                  <a:pt x="2536" y="8"/>
                </a:cubicBezTo>
                <a:cubicBezTo>
                  <a:pt x="2548" y="13"/>
                  <a:pt x="2558" y="19"/>
                  <a:pt x="2567" y="28"/>
                </a:cubicBezTo>
                <a:cubicBezTo>
                  <a:pt x="2575" y="37"/>
                  <a:pt x="2582" y="47"/>
                  <a:pt x="2587" y="58"/>
                </a:cubicBezTo>
                <a:cubicBezTo>
                  <a:pt x="2591" y="70"/>
                  <a:pt x="2594" y="81"/>
                  <a:pt x="2594" y="94"/>
                </a:cubicBezTo>
                <a:lnTo>
                  <a:pt x="2594" y="861"/>
                </a:lnTo>
                <a:cubicBezTo>
                  <a:pt x="2594" y="873"/>
                  <a:pt x="2591" y="885"/>
                  <a:pt x="2587" y="896"/>
                </a:cubicBezTo>
                <a:cubicBezTo>
                  <a:pt x="2582" y="908"/>
                  <a:pt x="2575" y="918"/>
                  <a:pt x="2567" y="926"/>
                </a:cubicBezTo>
                <a:cubicBezTo>
                  <a:pt x="2558" y="935"/>
                  <a:pt x="2548" y="942"/>
                  <a:pt x="2536" y="946"/>
                </a:cubicBezTo>
                <a:cubicBezTo>
                  <a:pt x="2525" y="951"/>
                  <a:pt x="2513" y="954"/>
                  <a:pt x="2501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41972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300720" y="5310000"/>
            <a:ext cx="1152720" cy="343440"/>
          </a:xfrm>
          <a:custGeom>
            <a:avLst/>
            <a:gdLst/>
            <a:ahLst/>
            <a:rect l="0" t="0" r="r" b="b"/>
            <a:pathLst>
              <a:path w="3202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3110" y="0"/>
                </a:lnTo>
                <a:cubicBezTo>
                  <a:pt x="3122" y="0"/>
                  <a:pt x="3134" y="2"/>
                  <a:pt x="3145" y="8"/>
                </a:cubicBezTo>
                <a:cubicBezTo>
                  <a:pt x="3156" y="13"/>
                  <a:pt x="3166" y="19"/>
                  <a:pt x="3175" y="28"/>
                </a:cubicBezTo>
                <a:cubicBezTo>
                  <a:pt x="3184" y="37"/>
                  <a:pt x="3190" y="47"/>
                  <a:pt x="3195" y="58"/>
                </a:cubicBezTo>
                <a:cubicBezTo>
                  <a:pt x="3200" y="70"/>
                  <a:pt x="3202" y="81"/>
                  <a:pt x="3202" y="94"/>
                </a:cubicBezTo>
                <a:lnTo>
                  <a:pt x="3202" y="861"/>
                </a:lnTo>
                <a:cubicBezTo>
                  <a:pt x="3202" y="873"/>
                  <a:pt x="3200" y="885"/>
                  <a:pt x="3195" y="896"/>
                </a:cubicBezTo>
                <a:cubicBezTo>
                  <a:pt x="3190" y="908"/>
                  <a:pt x="3184" y="918"/>
                  <a:pt x="3175" y="926"/>
                </a:cubicBezTo>
                <a:cubicBezTo>
                  <a:pt x="3166" y="935"/>
                  <a:pt x="3156" y="942"/>
                  <a:pt x="3145" y="946"/>
                </a:cubicBezTo>
                <a:cubicBezTo>
                  <a:pt x="3134" y="951"/>
                  <a:pt x="3122" y="954"/>
                  <a:pt x="31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35788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FastAPI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7557840" y="5310000"/>
            <a:ext cx="1257840" cy="343440"/>
          </a:xfrm>
          <a:custGeom>
            <a:avLst/>
            <a:gdLst/>
            <a:ahLst/>
            <a:rect l="0" t="0" r="r" b="b"/>
            <a:pathLst>
              <a:path w="3494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lnTo>
                  <a:pt x="3401" y="0"/>
                </a:lnTo>
                <a:cubicBezTo>
                  <a:pt x="3413" y="0"/>
                  <a:pt x="3425" y="2"/>
                  <a:pt x="3437" y="8"/>
                </a:cubicBezTo>
                <a:cubicBezTo>
                  <a:pt x="3448" y="13"/>
                  <a:pt x="3458" y="19"/>
                  <a:pt x="3467" y="28"/>
                </a:cubicBezTo>
                <a:cubicBezTo>
                  <a:pt x="3475" y="37"/>
                  <a:pt x="3482" y="47"/>
                  <a:pt x="3487" y="58"/>
                </a:cubicBezTo>
                <a:cubicBezTo>
                  <a:pt x="3491" y="70"/>
                  <a:pt x="3494" y="81"/>
                  <a:pt x="3494" y="94"/>
                </a:cubicBezTo>
                <a:lnTo>
                  <a:pt x="3494" y="861"/>
                </a:lnTo>
                <a:cubicBezTo>
                  <a:pt x="3494" y="873"/>
                  <a:pt x="3491" y="885"/>
                  <a:pt x="3487" y="896"/>
                </a:cubicBezTo>
                <a:cubicBezTo>
                  <a:pt x="3482" y="908"/>
                  <a:pt x="3475" y="918"/>
                  <a:pt x="3467" y="926"/>
                </a:cubicBezTo>
                <a:cubicBezTo>
                  <a:pt x="3458" y="935"/>
                  <a:pt x="3448" y="942"/>
                  <a:pt x="3437" y="946"/>
                </a:cubicBezTo>
                <a:cubicBezTo>
                  <a:pt x="3425" y="951"/>
                  <a:pt x="3413" y="954"/>
                  <a:pt x="3401" y="954"/>
                </a:cubicBezTo>
                <a:lnTo>
                  <a:pt x="93" y="954"/>
                </a:lnTo>
                <a:cubicBezTo>
                  <a:pt x="81" y="954"/>
                  <a:pt x="69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9" y="918"/>
                  <a:pt x="12" y="908"/>
                  <a:pt x="7" y="896"/>
                </a:cubicBezTo>
                <a:cubicBezTo>
                  <a:pt x="3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401520" y="536868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MediaPipe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8920080" y="5310000"/>
            <a:ext cx="829080" cy="343440"/>
          </a:xfrm>
          <a:custGeom>
            <a:avLst/>
            <a:gdLst/>
            <a:ahLst/>
            <a:rect l="0" t="0" r="r" b="b"/>
            <a:pathLst>
              <a:path w="2303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210" y="0"/>
                </a:lnTo>
                <a:cubicBezTo>
                  <a:pt x="2222" y="0"/>
                  <a:pt x="2234" y="2"/>
                  <a:pt x="2245" y="8"/>
                </a:cubicBezTo>
                <a:cubicBezTo>
                  <a:pt x="2257" y="13"/>
                  <a:pt x="2267" y="19"/>
                  <a:pt x="2275" y="28"/>
                </a:cubicBezTo>
                <a:cubicBezTo>
                  <a:pt x="2284" y="37"/>
                  <a:pt x="2291" y="47"/>
                  <a:pt x="2296" y="58"/>
                </a:cubicBezTo>
                <a:cubicBezTo>
                  <a:pt x="2300" y="70"/>
                  <a:pt x="2303" y="81"/>
                  <a:pt x="2303" y="94"/>
                </a:cubicBezTo>
                <a:lnTo>
                  <a:pt x="2303" y="861"/>
                </a:lnTo>
                <a:cubicBezTo>
                  <a:pt x="2303" y="873"/>
                  <a:pt x="2300" y="885"/>
                  <a:pt x="2296" y="896"/>
                </a:cubicBezTo>
                <a:cubicBezTo>
                  <a:pt x="2291" y="908"/>
                  <a:pt x="2284" y="918"/>
                  <a:pt x="2275" y="926"/>
                </a:cubicBezTo>
                <a:cubicBezTo>
                  <a:pt x="2267" y="935"/>
                  <a:pt x="2257" y="942"/>
                  <a:pt x="2245" y="946"/>
                </a:cubicBezTo>
                <a:cubicBezTo>
                  <a:pt x="2234" y="951"/>
                  <a:pt x="2222" y="954"/>
                  <a:pt x="2210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6" y="942"/>
                  <a:pt x="36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656120" y="5368680"/>
            <a:ext cx="10249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WebSockets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9853560" y="5310000"/>
            <a:ext cx="943200" cy="343440"/>
          </a:xfrm>
          <a:custGeom>
            <a:avLst/>
            <a:gdLst/>
            <a:ahLst/>
            <a:rect l="0" t="0" r="r" b="b"/>
            <a:pathLst>
              <a:path w="2620" h="954">
                <a:moveTo>
                  <a:pt x="0" y="861"/>
                </a:moveTo>
                <a:lnTo>
                  <a:pt x="0" y="94"/>
                </a:ln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5" y="19"/>
                  <a:pt x="45" y="13"/>
                  <a:pt x="57" y="8"/>
                </a:cubicBezTo>
                <a:cubicBezTo>
                  <a:pt x="68" y="2"/>
                  <a:pt x="80" y="0"/>
                  <a:pt x="92" y="0"/>
                </a:cubicBezTo>
                <a:lnTo>
                  <a:pt x="2527" y="0"/>
                </a:lnTo>
                <a:cubicBezTo>
                  <a:pt x="2540" y="0"/>
                  <a:pt x="2552" y="2"/>
                  <a:pt x="2563" y="8"/>
                </a:cubicBezTo>
                <a:cubicBezTo>
                  <a:pt x="2574" y="13"/>
                  <a:pt x="2584" y="19"/>
                  <a:pt x="2593" y="28"/>
                </a:cubicBezTo>
                <a:cubicBezTo>
                  <a:pt x="2602" y="37"/>
                  <a:pt x="2608" y="47"/>
                  <a:pt x="2613" y="58"/>
                </a:cubicBezTo>
                <a:cubicBezTo>
                  <a:pt x="2618" y="70"/>
                  <a:pt x="2620" y="81"/>
                  <a:pt x="2620" y="94"/>
                </a:cubicBezTo>
                <a:lnTo>
                  <a:pt x="2620" y="861"/>
                </a:lnTo>
                <a:cubicBezTo>
                  <a:pt x="2620" y="873"/>
                  <a:pt x="2618" y="885"/>
                  <a:pt x="2613" y="896"/>
                </a:cubicBezTo>
                <a:cubicBezTo>
                  <a:pt x="2608" y="908"/>
                  <a:pt x="2602" y="918"/>
                  <a:pt x="2593" y="926"/>
                </a:cubicBezTo>
                <a:cubicBezTo>
                  <a:pt x="2584" y="935"/>
                  <a:pt x="2574" y="942"/>
                  <a:pt x="2563" y="946"/>
                </a:cubicBezTo>
                <a:cubicBezTo>
                  <a:pt x="2552" y="951"/>
                  <a:pt x="2540" y="954"/>
                  <a:pt x="2527" y="954"/>
                </a:cubicBezTo>
                <a:lnTo>
                  <a:pt x="92" y="954"/>
                </a:lnTo>
                <a:cubicBezTo>
                  <a:pt x="80" y="954"/>
                  <a:pt x="68" y="951"/>
                  <a:pt x="57" y="946"/>
                </a:cubicBezTo>
                <a:cubicBezTo>
                  <a:pt x="45" y="942"/>
                  <a:pt x="35" y="935"/>
                  <a:pt x="27" y="926"/>
                </a:cubicBezTo>
                <a:cubicBezTo>
                  <a:pt x="18" y="918"/>
                  <a:pt x="11" y="908"/>
                  <a:pt x="7" y="896"/>
                </a:cubicBezTo>
                <a:cubicBezTo>
                  <a:pt x="2" y="885"/>
                  <a:pt x="0" y="873"/>
                  <a:pt x="0" y="861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9016560" y="5368680"/>
            <a:ext cx="6152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Docker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766440" y="5757840"/>
            <a:ext cx="1153080" cy="343080"/>
          </a:xfrm>
          <a:custGeom>
            <a:avLst/>
            <a:gdLst/>
            <a:ahLst/>
            <a:rect l="0" t="0" r="r" b="b"/>
            <a:pathLst>
              <a:path w="3203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lnTo>
                  <a:pt x="3110" y="0"/>
                </a:lnTo>
                <a:cubicBezTo>
                  <a:pt x="3123" y="0"/>
                  <a:pt x="3134" y="2"/>
                  <a:pt x="3146" y="7"/>
                </a:cubicBezTo>
                <a:cubicBezTo>
                  <a:pt x="3157" y="11"/>
                  <a:pt x="3167" y="18"/>
                  <a:pt x="3176" y="27"/>
                </a:cubicBezTo>
                <a:cubicBezTo>
                  <a:pt x="3184" y="35"/>
                  <a:pt x="3191" y="45"/>
                  <a:pt x="3196" y="57"/>
                </a:cubicBezTo>
                <a:cubicBezTo>
                  <a:pt x="3201" y="68"/>
                  <a:pt x="3203" y="80"/>
                  <a:pt x="3203" y="92"/>
                </a:cubicBezTo>
                <a:lnTo>
                  <a:pt x="3203" y="860"/>
                </a:lnTo>
                <a:cubicBezTo>
                  <a:pt x="3203" y="873"/>
                  <a:pt x="3201" y="885"/>
                  <a:pt x="3196" y="896"/>
                </a:cubicBezTo>
                <a:cubicBezTo>
                  <a:pt x="3191" y="907"/>
                  <a:pt x="3184" y="917"/>
                  <a:pt x="3176" y="926"/>
                </a:cubicBezTo>
                <a:cubicBezTo>
                  <a:pt x="3167" y="935"/>
                  <a:pt x="3157" y="941"/>
                  <a:pt x="3146" y="946"/>
                </a:cubicBezTo>
                <a:cubicBezTo>
                  <a:pt x="3134" y="951"/>
                  <a:pt x="3123" y="953"/>
                  <a:pt x="3110" y="953"/>
                </a:cubicBezTo>
                <a:lnTo>
                  <a:pt x="93" y="953"/>
                </a:lnTo>
                <a:cubicBezTo>
                  <a:pt x="81" y="953"/>
                  <a:pt x="69" y="951"/>
                  <a:pt x="58" y="946"/>
                </a:cubicBezTo>
                <a:cubicBezTo>
                  <a:pt x="46" y="941"/>
                  <a:pt x="36" y="935"/>
                  <a:pt x="28" y="926"/>
                </a:cubicBezTo>
                <a:cubicBezTo>
                  <a:pt x="19" y="917"/>
                  <a:pt x="12" y="907"/>
                  <a:pt x="7" y="896"/>
                </a:cubicBezTo>
                <a:cubicBezTo>
                  <a:pt x="3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9954360" y="5368680"/>
            <a:ext cx="71748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AWS EC2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023920" y="5757840"/>
            <a:ext cx="724320" cy="343080"/>
          </a:xfrm>
          <a:custGeom>
            <a:avLst/>
            <a:gdLst/>
            <a:ahLst/>
            <a:rect l="0" t="0" r="r" b="b"/>
            <a:pathLst>
              <a:path w="2012" h="953">
                <a:moveTo>
                  <a:pt x="0" y="860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2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919" y="0"/>
                </a:lnTo>
                <a:cubicBezTo>
                  <a:pt x="1931" y="0"/>
                  <a:pt x="1943" y="2"/>
                  <a:pt x="1955" y="7"/>
                </a:cubicBezTo>
                <a:cubicBezTo>
                  <a:pt x="1966" y="11"/>
                  <a:pt x="1976" y="18"/>
                  <a:pt x="1985" y="27"/>
                </a:cubicBezTo>
                <a:cubicBezTo>
                  <a:pt x="1993" y="35"/>
                  <a:pt x="2000" y="45"/>
                  <a:pt x="2005" y="57"/>
                </a:cubicBezTo>
                <a:cubicBezTo>
                  <a:pt x="2009" y="68"/>
                  <a:pt x="2012" y="80"/>
                  <a:pt x="2012" y="92"/>
                </a:cubicBezTo>
                <a:lnTo>
                  <a:pt x="2012" y="860"/>
                </a:lnTo>
                <a:cubicBezTo>
                  <a:pt x="2012" y="873"/>
                  <a:pt x="2009" y="885"/>
                  <a:pt x="2005" y="896"/>
                </a:cubicBezTo>
                <a:cubicBezTo>
                  <a:pt x="2000" y="907"/>
                  <a:pt x="1993" y="917"/>
                  <a:pt x="1985" y="926"/>
                </a:cubicBezTo>
                <a:cubicBezTo>
                  <a:pt x="1976" y="935"/>
                  <a:pt x="1966" y="941"/>
                  <a:pt x="1955" y="946"/>
                </a:cubicBezTo>
                <a:cubicBezTo>
                  <a:pt x="1943" y="951"/>
                  <a:pt x="1931" y="953"/>
                  <a:pt x="1919" y="953"/>
                </a:cubicBezTo>
                <a:lnTo>
                  <a:pt x="92" y="953"/>
                </a:lnTo>
                <a:cubicBezTo>
                  <a:pt x="80" y="953"/>
                  <a:pt x="68" y="951"/>
                  <a:pt x="57" y="946"/>
                </a:cubicBezTo>
                <a:cubicBezTo>
                  <a:pt x="46" y="941"/>
                  <a:pt x="36" y="935"/>
                  <a:pt x="27" y="926"/>
                </a:cubicBezTo>
                <a:cubicBezTo>
                  <a:pt x="18" y="917"/>
                  <a:pt x="12" y="907"/>
                  <a:pt x="7" y="896"/>
                </a:cubicBezTo>
                <a:cubicBezTo>
                  <a:pt x="2" y="885"/>
                  <a:pt x="0" y="873"/>
                  <a:pt x="0" y="860"/>
                </a:cubicBezTo>
                <a:close/>
              </a:path>
            </a:pathLst>
          </a:custGeom>
          <a:noFill/>
          <a:ln w="9360">
            <a:solidFill>
              <a:srgbClr val="262626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866880" y="5816520"/>
            <a:ext cx="9223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CodeBuild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2121480" y="5816520"/>
            <a:ext cx="5126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8A8A8A"/>
                </a:solidFill>
                <a:effectLst/>
                <a:uFillTx/>
                <a:latin typeface="JetBrainsMonoNF"/>
                <a:ea typeface="JetBrainsMonoNF"/>
              </a:rPr>
              <a:t>Caddy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28520" y="1920960"/>
            <a:ext cx="638820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Frontend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Next.js export estático en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GitHub Pages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62120" y="189972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028520" y="2415960"/>
            <a:ext cx="8909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Backend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FastAPI + MediaPipe en contenedor,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AWS EC2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+ Caddy (TLS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028520" y="2816280"/>
            <a:ext cx="139428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automático)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62120" y="2395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28520" y="3311640"/>
            <a:ext cx="978372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Transporte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un WebSocket manda los frames de la cámara y recibe la escalada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762120" y="329040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028520" y="3806640"/>
            <a:ext cx="98582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Deploy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imagen construida en AWS CodeBuild, backend </a:t>
            </a:r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on-demand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(se prende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028520" y="4206960"/>
            <a:ext cx="17798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para el evento)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62120" y="378576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028520" y="4701960"/>
            <a:ext cx="7694640" cy="29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Estado</a:t>
            </a:r>
            <a:r>
              <a:rPr lang="en-US" sz="210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— sin base de datos: todo vive en memoria por conexión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762120" y="4681080"/>
            <a:ext cx="266400" cy="353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3983760" y="2415960"/>
            <a:ext cx="286812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RESULTADO DE LA VERIFICACIÓN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368800" y="2806920"/>
            <a:ext cx="7683480" cy="63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5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HUMANO </a:t>
            </a:r>
            <a:r>
              <a:rPr lang="en-US" sz="4500" b="1" u="none" strike="noStrike">
                <a:solidFill>
                  <a:srgbClr val="B23B3B"/>
                </a:solidFill>
                <a:effectLst/>
                <a:uFillTx/>
                <a:latin typeface="Arial"/>
                <a:ea typeface="Arial"/>
              </a:rPr>
              <a:t>NO CONFIRMADO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397476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438120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7408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88088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97340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380200" y="3631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75332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00320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41000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50252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90932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00184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408640" y="36025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78176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03164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43844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53096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93776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03064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5437080" y="3631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781056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00320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441000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50252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90932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00184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408640" y="3659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78176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03164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43844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53096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493776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03064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437080" y="3659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781056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397476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120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47408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880880" y="365976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97340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380200" y="365976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753320" y="365220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03164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43844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53096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93776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03064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437080" y="36025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81056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397476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438120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447408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36025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97340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80200" y="36025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753320" y="359532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00320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41000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450252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🐶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909320" y="3631320"/>
            <a:ext cx="32364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00184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408640" y="3631320"/>
            <a:ext cx="234540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TODO BIEN  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781760" y="3623760"/>
            <a:ext cx="4050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FFFFFF"/>
                </a:solidFill>
                <a:effectLst/>
                <a:uFillTx/>
                <a:latin typeface="NotoColorEmoji"/>
                <a:ea typeface="NotoColorEmoji"/>
              </a:rPr>
              <a:t>🔥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3759120" y="4182480"/>
            <a:ext cx="45270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Intentá de nuevo. El resultado va a ser el mismo.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62120" y="1473120"/>
            <a:ext cx="1536840" cy="226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3DDC84"/>
                </a:solidFill>
                <a:effectLst/>
                <a:uFillTx/>
                <a:latin typeface="JetBrainsMonoNF"/>
                <a:ea typeface="JetBrainsMonoNF"/>
              </a:rPr>
              <a:t>M O R A L E J 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762120" y="1869120"/>
            <a:ext cx="1090260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Le pedimos a las máquinas que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762120" y="2659680"/>
            <a:ext cx="10740960" cy="809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nos </a:t>
            </a:r>
            <a:r>
              <a:rPr lang="en-US" sz="5700" b="1" u="none" strike="noStrike">
                <a:solidFill>
                  <a:srgbClr val="3DDC84"/>
                </a:solidFill>
                <a:effectLst/>
                <a:uFillTx/>
                <a:latin typeface="Arial"/>
                <a:ea typeface="Arial"/>
              </a:rPr>
              <a:t>distingan</a:t>
            </a:r>
            <a:r>
              <a:rPr lang="en-US" sz="5700" b="1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 de las máquinas.</a:t>
            </a:r>
            <a:endParaRPr lang="en-US" sz="5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62120" y="3707280"/>
            <a:ext cx="1032156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El sistema no está roto: hace exactamente lo que promete — no confiar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62120" y="4193280"/>
            <a:ext cx="1336320" cy="36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550" b="0" u="none" strike="noStrike">
                <a:solidFill>
                  <a:srgbClr val="EDEDED"/>
                </a:solidFill>
                <a:effectLst/>
                <a:uFillTx/>
                <a:latin typeface="Arial"/>
                <a:ea typeface="Arial"/>
              </a:rPr>
              <a:t>en nadie.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62120" y="4811040"/>
            <a:ext cx="474768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Vos, mientras tanto, seguís con la mano levantada.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62120" y="5125320"/>
            <a:ext cx="3470400" cy="23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github.com/LorenGrz/HumanDetector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62120" y="330480"/>
            <a:ext cx="19774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1F7A48"/>
                </a:solidFill>
                <a:effectLst/>
                <a:uFillTx/>
                <a:latin typeface="JetBrainsMonoNF"/>
                <a:ea typeface="JetBrainsMonoNF"/>
              </a:rPr>
              <a:t>HUMAN_PROTOCOL // v4.02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