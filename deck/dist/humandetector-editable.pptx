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2520720"/>
            <a:ext cx="1536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LEVANTÁ LA MANO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2918160"/>
            <a:ext cx="6798960" cy="93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600" b="1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¿SOS </a:t>
            </a:r>
            <a:r>
              <a:rPr lang="en-US" sz="66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HUMANO</a:t>
            </a:r>
            <a:r>
              <a:rPr lang="en-US" sz="6600" b="1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4077720"/>
            <a:ext cx="45846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Nadie baja la mano. El sistema tampoco les cree.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62120" y="330480"/>
            <a:ext cx="197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1F7A48"/>
                </a:solidFill>
                <a:effectLst/>
                <a:uFillTx/>
                <a:latin typeface="JetBrainsMonoNF"/>
                <a:ea typeface="JetBrainsMonoNF"/>
              </a:rPr>
              <a:t>HUMAN_PROTOCOL // v4.02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3328200" y="2615040"/>
            <a:ext cx="5535720" cy="1496880"/>
          </a:xfrm>
          <a:custGeom>
            <a:avLst/>
            <a:gdLst/>
            <a:ahLst/>
            <a:rect l="0" t="0" r="r" b="b"/>
            <a:pathLst>
              <a:path w="15377" h="4158">
                <a:moveTo>
                  <a:pt x="914" y="885"/>
                </a:moveTo>
                <a:lnTo>
                  <a:pt x="914" y="2948"/>
                </a:lnTo>
                <a:cubicBezTo>
                  <a:pt x="914" y="2985"/>
                  <a:pt x="927" y="3016"/>
                  <a:pt x="953" y="3042"/>
                </a:cubicBezTo>
                <a:cubicBezTo>
                  <a:pt x="979" y="3068"/>
                  <a:pt x="1010" y="3081"/>
                  <a:pt x="1047" y="3081"/>
                </a:cubicBezTo>
                <a:lnTo>
                  <a:pt x="14330" y="3081"/>
                </a:lnTo>
                <a:cubicBezTo>
                  <a:pt x="14366" y="3081"/>
                  <a:pt x="14398" y="3068"/>
                  <a:pt x="14423" y="3042"/>
                </a:cubicBezTo>
                <a:cubicBezTo>
                  <a:pt x="14449" y="3016"/>
                  <a:pt x="14462" y="2985"/>
                  <a:pt x="14462" y="2948"/>
                </a:cubicBezTo>
                <a:lnTo>
                  <a:pt x="14462" y="885"/>
                </a:lnTo>
                <a:cubicBezTo>
                  <a:pt x="14462" y="848"/>
                  <a:pt x="14449" y="817"/>
                  <a:pt x="14423" y="791"/>
                </a:cubicBezTo>
                <a:cubicBezTo>
                  <a:pt x="14398" y="765"/>
                  <a:pt x="14366" y="752"/>
                  <a:pt x="14330" y="752"/>
                </a:cubicBezTo>
                <a:lnTo>
                  <a:pt x="1047" y="752"/>
                </a:lnTo>
                <a:cubicBezTo>
                  <a:pt x="1010" y="752"/>
                  <a:pt x="979" y="765"/>
                  <a:pt x="953" y="791"/>
                </a:cubicBezTo>
                <a:cubicBezTo>
                  <a:pt x="927" y="817"/>
                  <a:pt x="914" y="848"/>
                  <a:pt x="914" y="885"/>
                </a:cubicBezTo>
                <a:moveTo>
                  <a:pt x="0" y="0"/>
                </a:moveTo>
                <a:lnTo>
                  <a:pt x="15377" y="0"/>
                </a:lnTo>
                <a:lnTo>
                  <a:pt x="15377" y="4158"/>
                </a:lnTo>
                <a:lnTo>
                  <a:pt x="0" y="415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652560" y="2881080"/>
            <a:ext cx="4886640" cy="848160"/>
          </a:xfrm>
          <a:custGeom>
            <a:avLst/>
            <a:gdLst/>
            <a:ahLst/>
            <a:rect l="0" t="0" r="r" b="b"/>
            <a:pathLst>
              <a:path w="13574" h="2356">
                <a:moveTo>
                  <a:pt x="0" y="221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3429" y="0"/>
                </a:lnTo>
                <a:cubicBezTo>
                  <a:pt x="13438" y="0"/>
                  <a:pt x="13448" y="1"/>
                  <a:pt x="13457" y="3"/>
                </a:cubicBezTo>
                <a:cubicBezTo>
                  <a:pt x="13467" y="5"/>
                  <a:pt x="13476" y="8"/>
                  <a:pt x="13485" y="11"/>
                </a:cubicBezTo>
                <a:cubicBezTo>
                  <a:pt x="13493" y="15"/>
                  <a:pt x="13502" y="19"/>
                  <a:pt x="13510" y="25"/>
                </a:cubicBezTo>
                <a:cubicBezTo>
                  <a:pt x="13518" y="30"/>
                  <a:pt x="13525" y="36"/>
                  <a:pt x="13532" y="43"/>
                </a:cubicBezTo>
                <a:cubicBezTo>
                  <a:pt x="13539" y="50"/>
                  <a:pt x="13545" y="57"/>
                  <a:pt x="13550" y="65"/>
                </a:cubicBezTo>
                <a:cubicBezTo>
                  <a:pt x="13555" y="73"/>
                  <a:pt x="13560" y="81"/>
                  <a:pt x="13563" y="90"/>
                </a:cubicBezTo>
                <a:cubicBezTo>
                  <a:pt x="13567" y="99"/>
                  <a:pt x="13570" y="108"/>
                  <a:pt x="13572" y="117"/>
                </a:cubicBezTo>
                <a:cubicBezTo>
                  <a:pt x="13573" y="127"/>
                  <a:pt x="13574" y="136"/>
                  <a:pt x="13574" y="146"/>
                </a:cubicBezTo>
                <a:lnTo>
                  <a:pt x="13574" y="2210"/>
                </a:lnTo>
                <a:cubicBezTo>
                  <a:pt x="13574" y="2220"/>
                  <a:pt x="13573" y="2229"/>
                  <a:pt x="13572" y="2239"/>
                </a:cubicBezTo>
                <a:cubicBezTo>
                  <a:pt x="13570" y="2248"/>
                  <a:pt x="13567" y="2257"/>
                  <a:pt x="13563" y="2266"/>
                </a:cubicBezTo>
                <a:cubicBezTo>
                  <a:pt x="13560" y="2275"/>
                  <a:pt x="13555" y="2283"/>
                  <a:pt x="13550" y="2291"/>
                </a:cubicBezTo>
                <a:cubicBezTo>
                  <a:pt x="13545" y="2299"/>
                  <a:pt x="13539" y="2307"/>
                  <a:pt x="13532" y="2313"/>
                </a:cubicBezTo>
                <a:cubicBezTo>
                  <a:pt x="13525" y="2320"/>
                  <a:pt x="13518" y="2326"/>
                  <a:pt x="13510" y="2331"/>
                </a:cubicBezTo>
                <a:cubicBezTo>
                  <a:pt x="13502" y="2337"/>
                  <a:pt x="13493" y="2341"/>
                  <a:pt x="13485" y="2345"/>
                </a:cubicBezTo>
                <a:cubicBezTo>
                  <a:pt x="13476" y="2349"/>
                  <a:pt x="13467" y="2351"/>
                  <a:pt x="13457" y="2353"/>
                </a:cubicBezTo>
                <a:cubicBezTo>
                  <a:pt x="13448" y="2355"/>
                  <a:pt x="13438" y="2356"/>
                  <a:pt x="13429" y="2356"/>
                </a:cubicBezTo>
                <a:lnTo>
                  <a:pt x="146" y="2356"/>
                </a:lnTo>
                <a:cubicBezTo>
                  <a:pt x="136" y="2356"/>
                  <a:pt x="127" y="2355"/>
                  <a:pt x="117" y="2353"/>
                </a:cubicBezTo>
                <a:cubicBezTo>
                  <a:pt x="108" y="2351"/>
                  <a:pt x="99" y="2349"/>
                  <a:pt x="90" y="2345"/>
                </a:cubicBezTo>
                <a:cubicBezTo>
                  <a:pt x="81" y="2341"/>
                  <a:pt x="73" y="2337"/>
                  <a:pt x="65" y="2331"/>
                </a:cubicBezTo>
                <a:cubicBezTo>
                  <a:pt x="57" y="2326"/>
                  <a:pt x="50" y="2320"/>
                  <a:pt x="43" y="2313"/>
                </a:cubicBezTo>
                <a:cubicBezTo>
                  <a:pt x="36" y="2307"/>
                  <a:pt x="30" y="2299"/>
                  <a:pt x="25" y="2291"/>
                </a:cubicBezTo>
                <a:cubicBezTo>
                  <a:pt x="19" y="2283"/>
                  <a:pt x="15" y="2275"/>
                  <a:pt x="11" y="2266"/>
                </a:cubicBezTo>
                <a:cubicBezTo>
                  <a:pt x="8" y="2257"/>
                  <a:pt x="5" y="2248"/>
                  <a:pt x="3" y="2239"/>
                </a:cubicBezTo>
                <a:cubicBezTo>
                  <a:pt x="1" y="2229"/>
                  <a:pt x="0" y="2220"/>
                  <a:pt x="0" y="2210"/>
                </a:cubicBez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3652560" y="2881080"/>
            <a:ext cx="4886640" cy="848160"/>
          </a:xfrm>
          <a:custGeom>
            <a:avLst/>
            <a:gdLst/>
            <a:ahLst/>
            <a:rect l="0" t="0" r="r" b="b"/>
            <a:pathLst>
              <a:path w="13574" h="2356">
                <a:moveTo>
                  <a:pt x="0" y="221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3429" y="0"/>
                </a:lnTo>
                <a:cubicBezTo>
                  <a:pt x="13438" y="0"/>
                  <a:pt x="13448" y="1"/>
                  <a:pt x="13457" y="3"/>
                </a:cubicBezTo>
                <a:cubicBezTo>
                  <a:pt x="13467" y="5"/>
                  <a:pt x="13476" y="8"/>
                  <a:pt x="13485" y="11"/>
                </a:cubicBezTo>
                <a:cubicBezTo>
                  <a:pt x="13493" y="15"/>
                  <a:pt x="13502" y="19"/>
                  <a:pt x="13510" y="25"/>
                </a:cubicBezTo>
                <a:cubicBezTo>
                  <a:pt x="13518" y="30"/>
                  <a:pt x="13525" y="36"/>
                  <a:pt x="13532" y="43"/>
                </a:cubicBezTo>
                <a:cubicBezTo>
                  <a:pt x="13539" y="50"/>
                  <a:pt x="13545" y="57"/>
                  <a:pt x="13550" y="65"/>
                </a:cubicBezTo>
                <a:cubicBezTo>
                  <a:pt x="13555" y="73"/>
                  <a:pt x="13560" y="81"/>
                  <a:pt x="13563" y="90"/>
                </a:cubicBezTo>
                <a:cubicBezTo>
                  <a:pt x="13567" y="99"/>
                  <a:pt x="13570" y="108"/>
                  <a:pt x="13572" y="117"/>
                </a:cubicBezTo>
                <a:cubicBezTo>
                  <a:pt x="13573" y="127"/>
                  <a:pt x="13574" y="136"/>
                  <a:pt x="13574" y="146"/>
                </a:cubicBezTo>
                <a:lnTo>
                  <a:pt x="13574" y="2210"/>
                </a:lnTo>
                <a:cubicBezTo>
                  <a:pt x="13574" y="2220"/>
                  <a:pt x="13573" y="2229"/>
                  <a:pt x="13572" y="2239"/>
                </a:cubicBezTo>
                <a:cubicBezTo>
                  <a:pt x="13570" y="2248"/>
                  <a:pt x="13567" y="2257"/>
                  <a:pt x="13563" y="2266"/>
                </a:cubicBezTo>
                <a:cubicBezTo>
                  <a:pt x="13560" y="2275"/>
                  <a:pt x="13555" y="2283"/>
                  <a:pt x="13550" y="2291"/>
                </a:cubicBezTo>
                <a:cubicBezTo>
                  <a:pt x="13545" y="2299"/>
                  <a:pt x="13539" y="2307"/>
                  <a:pt x="13532" y="2313"/>
                </a:cubicBezTo>
                <a:cubicBezTo>
                  <a:pt x="13525" y="2320"/>
                  <a:pt x="13518" y="2326"/>
                  <a:pt x="13510" y="2331"/>
                </a:cubicBezTo>
                <a:cubicBezTo>
                  <a:pt x="13502" y="2337"/>
                  <a:pt x="13493" y="2341"/>
                  <a:pt x="13485" y="2345"/>
                </a:cubicBezTo>
                <a:cubicBezTo>
                  <a:pt x="13476" y="2349"/>
                  <a:pt x="13467" y="2351"/>
                  <a:pt x="13457" y="2353"/>
                </a:cubicBezTo>
                <a:cubicBezTo>
                  <a:pt x="13448" y="2355"/>
                  <a:pt x="13438" y="2356"/>
                  <a:pt x="13429" y="2356"/>
                </a:cubicBezTo>
                <a:lnTo>
                  <a:pt x="146" y="2356"/>
                </a:lnTo>
                <a:cubicBezTo>
                  <a:pt x="136" y="2356"/>
                  <a:pt x="127" y="2355"/>
                  <a:pt x="117" y="2353"/>
                </a:cubicBezTo>
                <a:cubicBezTo>
                  <a:pt x="108" y="2351"/>
                  <a:pt x="99" y="2349"/>
                  <a:pt x="90" y="2345"/>
                </a:cubicBezTo>
                <a:cubicBezTo>
                  <a:pt x="81" y="2341"/>
                  <a:pt x="73" y="2337"/>
                  <a:pt x="65" y="2331"/>
                </a:cubicBezTo>
                <a:cubicBezTo>
                  <a:pt x="57" y="2326"/>
                  <a:pt x="50" y="2320"/>
                  <a:pt x="43" y="2313"/>
                </a:cubicBezTo>
                <a:cubicBezTo>
                  <a:pt x="36" y="2307"/>
                  <a:pt x="30" y="2299"/>
                  <a:pt x="25" y="2291"/>
                </a:cubicBezTo>
                <a:cubicBezTo>
                  <a:pt x="19" y="2283"/>
                  <a:pt x="15" y="2275"/>
                  <a:pt x="11" y="2266"/>
                </a:cubicBezTo>
                <a:cubicBezTo>
                  <a:pt x="8" y="2257"/>
                  <a:pt x="5" y="2248"/>
                  <a:pt x="3" y="2239"/>
                </a:cubicBezTo>
                <a:cubicBezTo>
                  <a:pt x="1" y="2229"/>
                  <a:pt x="0" y="2220"/>
                  <a:pt x="0" y="2210"/>
                </a:cubicBezTo>
                <a:close/>
              </a:path>
            </a:pathLst>
          </a:custGeom>
          <a:noFill/>
          <a:ln w="9360">
            <a:solidFill>
              <a:srgbClr val="C9C9C9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202480" y="2150640"/>
            <a:ext cx="77068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Todos los días te piden que lo demuestres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514760" y="3174480"/>
            <a:ext cx="1614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202124"/>
                </a:solidFill>
                <a:effectLst/>
                <a:uFillTx/>
                <a:latin typeface="Arial"/>
                <a:ea typeface="Arial"/>
              </a:rPr>
              <a:t>No soy un robot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247160" y="3129120"/>
            <a:ext cx="889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reCAPTCHA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121160" y="3354120"/>
            <a:ext cx="111240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AA0A6"/>
                </a:solidFill>
                <a:effectLst/>
                <a:uFillTx/>
                <a:latin typeface="Arial"/>
                <a:ea typeface="Arial"/>
              </a:rPr>
              <a:t>Privacidad · Términos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630320" y="406944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658760" y="404064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687560" y="406944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658760" y="409788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687560" y="409788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630320" y="409788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687560" y="404064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630320" y="404064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658760" y="4069440"/>
            <a:ext cx="285048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¿Y SI EL SISTEMA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393720" y="442188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3422520" y="439308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3450960" y="442188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422520" y="445032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450960" y="445032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393720" y="445032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450960" y="439308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393720" y="439308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422520" y="4421880"/>
            <a:ext cx="53028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SIMPLEMENTE NUNCA TE CREE?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914640" y="310500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0" y="1059"/>
                </a:move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1059" y="0"/>
                </a:lnTo>
                <a:cubicBezTo>
                  <a:pt x="1066" y="0"/>
                  <a:pt x="1073" y="1"/>
                  <a:pt x="1079" y="4"/>
                </a:cubicBezTo>
                <a:cubicBezTo>
                  <a:pt x="1086" y="7"/>
                  <a:pt x="1092" y="10"/>
                  <a:pt x="1097" y="15"/>
                </a:cubicBezTo>
                <a:cubicBezTo>
                  <a:pt x="1102" y="20"/>
                  <a:pt x="1105" y="26"/>
                  <a:pt x="1108" y="33"/>
                </a:cubicBezTo>
                <a:cubicBezTo>
                  <a:pt x="1111" y="39"/>
                  <a:pt x="1112" y="46"/>
                  <a:pt x="1112" y="53"/>
                </a:cubicBezTo>
                <a:lnTo>
                  <a:pt x="1112" y="1059"/>
                </a:lnTo>
                <a:cubicBezTo>
                  <a:pt x="1112" y="1066"/>
                  <a:pt x="1111" y="1073"/>
                  <a:pt x="1108" y="1079"/>
                </a:cubicBezTo>
                <a:cubicBezTo>
                  <a:pt x="1105" y="1086"/>
                  <a:pt x="1102" y="1092"/>
                  <a:pt x="1097" y="1097"/>
                </a:cubicBezTo>
                <a:cubicBezTo>
                  <a:pt x="1092" y="1102"/>
                  <a:pt x="1086" y="1105"/>
                  <a:pt x="1079" y="1108"/>
                </a:cubicBezTo>
                <a:cubicBezTo>
                  <a:pt x="1073" y="1111"/>
                  <a:pt x="1066" y="1112"/>
                  <a:pt x="1059" y="1112"/>
                </a:cubicBezTo>
                <a:lnTo>
                  <a:pt x="53" y="1112"/>
                </a:lnTo>
                <a:cubicBezTo>
                  <a:pt x="46" y="1112"/>
                  <a:pt x="39" y="1111"/>
                  <a:pt x="33" y="1108"/>
                </a:cubicBezTo>
                <a:cubicBezTo>
                  <a:pt x="26" y="1105"/>
                  <a:pt x="20" y="1102"/>
                  <a:pt x="15" y="1097"/>
                </a:cubicBezTo>
                <a:cubicBezTo>
                  <a:pt x="10" y="1092"/>
                  <a:pt x="7" y="1086"/>
                  <a:pt x="4" y="1079"/>
                </a:cubicBezTo>
                <a:cubicBezTo>
                  <a:pt x="1" y="1073"/>
                  <a:pt x="0" y="1066"/>
                  <a:pt x="0" y="10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3914640" y="310500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0" y="1059"/>
                </a:move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0" y="20"/>
                  <a:pt x="15" y="15"/>
                </a:cubicBezTo>
                <a:cubicBezTo>
                  <a:pt x="20" y="10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1059" y="0"/>
                </a:lnTo>
                <a:cubicBezTo>
                  <a:pt x="1066" y="0"/>
                  <a:pt x="1073" y="1"/>
                  <a:pt x="1079" y="4"/>
                </a:cubicBezTo>
                <a:cubicBezTo>
                  <a:pt x="1086" y="7"/>
                  <a:pt x="1092" y="10"/>
                  <a:pt x="1097" y="15"/>
                </a:cubicBezTo>
                <a:cubicBezTo>
                  <a:pt x="1102" y="20"/>
                  <a:pt x="1105" y="26"/>
                  <a:pt x="1108" y="33"/>
                </a:cubicBezTo>
                <a:cubicBezTo>
                  <a:pt x="1111" y="39"/>
                  <a:pt x="1112" y="46"/>
                  <a:pt x="1112" y="53"/>
                </a:cubicBezTo>
                <a:lnTo>
                  <a:pt x="1112" y="1059"/>
                </a:lnTo>
                <a:cubicBezTo>
                  <a:pt x="1112" y="1066"/>
                  <a:pt x="1111" y="1073"/>
                  <a:pt x="1108" y="1079"/>
                </a:cubicBezTo>
                <a:cubicBezTo>
                  <a:pt x="1105" y="1086"/>
                  <a:pt x="1102" y="1092"/>
                  <a:pt x="1097" y="1097"/>
                </a:cubicBezTo>
                <a:cubicBezTo>
                  <a:pt x="1092" y="1102"/>
                  <a:pt x="1086" y="1105"/>
                  <a:pt x="1079" y="1108"/>
                </a:cubicBezTo>
                <a:cubicBezTo>
                  <a:pt x="1073" y="1111"/>
                  <a:pt x="1066" y="1112"/>
                  <a:pt x="1059" y="1112"/>
                </a:cubicBezTo>
                <a:lnTo>
                  <a:pt x="53" y="1112"/>
                </a:lnTo>
                <a:cubicBezTo>
                  <a:pt x="46" y="1112"/>
                  <a:pt x="39" y="1111"/>
                  <a:pt x="33" y="1108"/>
                </a:cubicBezTo>
                <a:cubicBezTo>
                  <a:pt x="26" y="1105"/>
                  <a:pt x="20" y="1102"/>
                  <a:pt x="15" y="1097"/>
                </a:cubicBezTo>
                <a:cubicBezTo>
                  <a:pt x="10" y="1092"/>
                  <a:pt x="7" y="1086"/>
                  <a:pt x="4" y="1079"/>
                </a:cubicBezTo>
                <a:cubicBezTo>
                  <a:pt x="1" y="1073"/>
                  <a:pt x="0" y="1066"/>
                  <a:pt x="0" y="1059"/>
                </a:cubicBezTo>
                <a:close/>
              </a:path>
            </a:pathLst>
          </a:custGeom>
          <a:noFill/>
          <a:ln w="18720">
            <a:solidFill>
              <a:srgbClr val="DD3333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62120" y="330480"/>
            <a:ext cx="197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1F7A48"/>
                </a:solidFill>
                <a:effectLst/>
                <a:uFillTx/>
                <a:latin typeface="JetBrainsMonoNF"/>
                <a:ea typeface="JetBrainsMonoNF"/>
              </a:rPr>
              <a:t>HUMAN_PROTOCOL // v4.02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990960" y="3011760"/>
            <a:ext cx="418680" cy="46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300" b="1" u="none" strike="noStrike">
                <a:solidFill>
                  <a:srgbClr val="DD3333"/>
                </a:solidFill>
                <a:effectLst/>
                <a:uFillTx/>
                <a:latin typeface="Arial"/>
                <a:ea typeface="Arial"/>
              </a:rPr>
              <a:t>×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809720" y="2285640"/>
            <a:ext cx="1143360" cy="1238760"/>
          </a:xfrm>
          <a:custGeom>
            <a:avLst/>
            <a:gdLst/>
            <a:ahLst/>
            <a:rect l="0" t="0" r="r" b="b"/>
            <a:pathLst>
              <a:path w="3176" h="3441">
                <a:moveTo>
                  <a:pt x="0" y="0"/>
                </a:moveTo>
                <a:lnTo>
                  <a:pt x="3176" y="0"/>
                </a:lnTo>
                <a:lnTo>
                  <a:pt x="3176" y="3441"/>
                </a:lnTo>
                <a:lnTo>
                  <a:pt x="0" y="3441"/>
                </a:lnTo>
                <a:lnTo>
                  <a:pt x="0" y="0"/>
                </a:lnTo>
                <a:close/>
              </a:path>
            </a:pathLst>
          </a:custGeom>
          <a:solidFill>
            <a:srgbClr val="1A0F0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809720" y="2285640"/>
            <a:ext cx="38160" cy="1238760"/>
          </a:xfrm>
          <a:custGeom>
            <a:avLst/>
            <a:gdLst/>
            <a:ahLst/>
            <a:rect l="0" t="0" r="r" b="b"/>
            <a:pathLst>
              <a:path w="106" h="3441">
                <a:moveTo>
                  <a:pt x="0" y="0"/>
                </a:moveTo>
                <a:lnTo>
                  <a:pt x="106" y="0"/>
                </a:lnTo>
                <a:lnTo>
                  <a:pt x="106" y="3441"/>
                </a:lnTo>
                <a:lnTo>
                  <a:pt x="0" y="3441"/>
                </a:lnTo>
                <a:lnTo>
                  <a:pt x="0" y="0"/>
                </a:lnTo>
                <a:close/>
              </a:path>
            </a:pathLst>
          </a:custGeom>
          <a:solidFill>
            <a:srgbClr val="B2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62120" y="1560240"/>
            <a:ext cx="99511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HumanDetector: un verificador que no aprueba a nadie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990520" y="2285640"/>
            <a:ext cx="7391880" cy="1238760"/>
          </a:xfrm>
          <a:custGeom>
            <a:avLst/>
            <a:gdLst/>
            <a:ahLst/>
            <a:rect l="0" t="0" r="r" b="b"/>
            <a:pathLst>
              <a:path w="20533" h="3441">
                <a:moveTo>
                  <a:pt x="0" y="0"/>
                </a:moveTo>
                <a:lnTo>
                  <a:pt x="20533" y="0"/>
                </a:lnTo>
                <a:lnTo>
                  <a:pt x="20533" y="3441"/>
                </a:lnTo>
                <a:lnTo>
                  <a:pt x="0" y="3441"/>
                </a:lnTo>
                <a:lnTo>
                  <a:pt x="0" y="0"/>
                </a:lnTo>
                <a:close/>
              </a:path>
            </a:pathLst>
          </a:custGeom>
          <a:solidFill>
            <a:srgbClr val="2A14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2990520" y="2285640"/>
            <a:ext cx="38520" cy="1238760"/>
          </a:xfrm>
          <a:custGeom>
            <a:avLst/>
            <a:gdLst/>
            <a:ahLst/>
            <a:rect l="0" t="0" r="r" b="b"/>
            <a:pathLst>
              <a:path w="107" h="3441">
                <a:moveTo>
                  <a:pt x="0" y="0"/>
                </a:moveTo>
                <a:lnTo>
                  <a:pt x="107" y="0"/>
                </a:lnTo>
                <a:lnTo>
                  <a:pt x="107" y="3441"/>
                </a:lnTo>
                <a:lnTo>
                  <a:pt x="0" y="3441"/>
                </a:lnTo>
                <a:lnTo>
                  <a:pt x="0" y="0"/>
                </a:lnTo>
                <a:close/>
              </a:path>
            </a:pathLst>
          </a:custGeom>
          <a:solidFill>
            <a:srgbClr val="B2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042280" y="2565360"/>
            <a:ext cx="712440" cy="67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500" b="0" u="none" strike="noStrike">
                <a:solidFill>
                  <a:srgbClr val="EDEDED"/>
                </a:solidFill>
                <a:effectLst/>
                <a:uFillTx/>
                <a:latin typeface="NotoColorEmoji"/>
                <a:ea typeface="NotoColorEmoji"/>
              </a:rPr>
              <a:t>🙅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809720" y="3562200"/>
            <a:ext cx="1143360" cy="1238400"/>
          </a:xfrm>
          <a:custGeom>
            <a:avLst/>
            <a:gdLst/>
            <a:ahLst/>
            <a:rect l="0" t="0" r="r" b="b"/>
            <a:pathLst>
              <a:path w="3176" h="3440">
                <a:moveTo>
                  <a:pt x="0" y="0"/>
                </a:moveTo>
                <a:lnTo>
                  <a:pt x="3176" y="0"/>
                </a:lnTo>
                <a:lnTo>
                  <a:pt x="3176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0F1A1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809720" y="3562200"/>
            <a:ext cx="38160" cy="1238400"/>
          </a:xfrm>
          <a:custGeom>
            <a:avLst/>
            <a:gdLst/>
            <a:ahLst/>
            <a:rect l="0" t="0" r="r" b="b"/>
            <a:pathLst>
              <a:path w="106" h="3440">
                <a:moveTo>
                  <a:pt x="0" y="0"/>
                </a:moveTo>
                <a:lnTo>
                  <a:pt x="106" y="0"/>
                </a:lnTo>
                <a:lnTo>
                  <a:pt x="106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3DDC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276720" y="2757240"/>
            <a:ext cx="536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CAPTCHA: "seleccioná las fotos con semáforos"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990520" y="3562200"/>
            <a:ext cx="7391880" cy="1238400"/>
          </a:xfrm>
          <a:custGeom>
            <a:avLst/>
            <a:gdLst/>
            <a:ahLst/>
            <a:rect l="0" t="0" r="r" b="b"/>
            <a:pathLst>
              <a:path w="20533" h="3440">
                <a:moveTo>
                  <a:pt x="0" y="0"/>
                </a:moveTo>
                <a:lnTo>
                  <a:pt x="20533" y="0"/>
                </a:lnTo>
                <a:lnTo>
                  <a:pt x="20533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1224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2990520" y="3562200"/>
            <a:ext cx="38520" cy="1238400"/>
          </a:xfrm>
          <a:custGeom>
            <a:avLst/>
            <a:gdLst/>
            <a:ahLst/>
            <a:rect l="0" t="0" r="r" b="b"/>
            <a:pathLst>
              <a:path w="107" h="3440">
                <a:moveTo>
                  <a:pt x="0" y="0"/>
                </a:moveTo>
                <a:lnTo>
                  <a:pt x="107" y="0"/>
                </a:lnTo>
                <a:lnTo>
                  <a:pt x="107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3DDC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042280" y="3841560"/>
            <a:ext cx="712440" cy="67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500" b="0" u="none" strike="noStrike">
                <a:solidFill>
                  <a:srgbClr val="EAFFF2"/>
                </a:solidFill>
                <a:effectLst/>
                <a:uFillTx/>
                <a:latin typeface="NotoColorEmoji"/>
                <a:ea typeface="NotoColorEmoji"/>
              </a:rPr>
              <a:t>🙆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276720" y="3852720"/>
            <a:ext cx="5956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EAFFF2"/>
                </a:solidFill>
                <a:effectLst/>
                <a:uFillTx/>
                <a:latin typeface="Arial"/>
                <a:ea typeface="Arial"/>
              </a:rPr>
              <a:t>HUMANDETECTOR: "mostrá desconfianza genuina a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276720" y="4223880"/>
            <a:ext cx="9172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EAFFF2"/>
                </a:solidFill>
                <a:effectLst/>
                <a:uFillTx/>
                <a:latin typeface="Arial"/>
                <a:ea typeface="Arial"/>
              </a:rPr>
              <a:t>cámara"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62120" y="5106240"/>
            <a:ext cx="8379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Pide gestos reales por la webcam · escala los pedidos hasta lo imposible · nunca confirma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62120" y="330480"/>
            <a:ext cx="197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1F7A48"/>
                </a:solidFill>
                <a:effectLst/>
                <a:uFillTx/>
                <a:latin typeface="JetBrainsMonoNF"/>
                <a:ea typeface="JetBrainsMonoNF"/>
              </a:rPr>
              <a:t>HUMAN_PROTOCOL // v4.02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433160" y="27000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1"/>
                  <a:pt x="25893" y="90"/>
                </a:cubicBezTo>
                <a:cubicBezTo>
                  <a:pt x="25897" y="99"/>
                  <a:pt x="25900" y="108"/>
                  <a:pt x="25901" y="118"/>
                </a:cubicBezTo>
                <a:cubicBezTo>
                  <a:pt x="25903" y="127"/>
                  <a:pt x="25904" y="136"/>
                  <a:pt x="25904" y="146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433160" y="27000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1"/>
                  <a:pt x="25893" y="90"/>
                </a:cubicBezTo>
                <a:cubicBezTo>
                  <a:pt x="25897" y="99"/>
                  <a:pt x="25900" y="108"/>
                  <a:pt x="25901" y="118"/>
                </a:cubicBezTo>
                <a:cubicBezTo>
                  <a:pt x="25903" y="127"/>
                  <a:pt x="25904" y="136"/>
                  <a:pt x="25904" y="146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62120" y="1055520"/>
            <a:ext cx="537840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Cómo escala el interrogatorio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818360" y="2885040"/>
            <a:ext cx="4752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EDEDED"/>
                </a:solidFill>
                <a:effectLst/>
                <a:uFillTx/>
                <a:latin typeface="NotoColorEmoji"/>
                <a:ea typeface="NotoColorEmoji"/>
              </a:rPr>
              <a:t>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433160" y="36144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7"/>
                </a:ln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2"/>
                  <a:pt x="25893" y="91"/>
                </a:cubicBezTo>
                <a:cubicBezTo>
                  <a:pt x="25897" y="100"/>
                  <a:pt x="25900" y="109"/>
                  <a:pt x="25901" y="119"/>
                </a:cubicBezTo>
                <a:cubicBezTo>
                  <a:pt x="25903" y="128"/>
                  <a:pt x="25904" y="137"/>
                  <a:pt x="25904" y="147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433160" y="36144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7"/>
                </a:ln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2"/>
                  <a:pt x="25893" y="91"/>
                </a:cubicBezTo>
                <a:cubicBezTo>
                  <a:pt x="25897" y="100"/>
                  <a:pt x="25900" y="109"/>
                  <a:pt x="25901" y="119"/>
                </a:cubicBezTo>
                <a:cubicBezTo>
                  <a:pt x="25903" y="128"/>
                  <a:pt x="25904" y="137"/>
                  <a:pt x="25904" y="147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657520" y="2974320"/>
            <a:ext cx="4674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Paso 03 — "Girá la cabeza hacia la izquierda"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027080" y="4120560"/>
            <a:ext cx="10137960" cy="1625040"/>
          </a:xfrm>
          <a:custGeom>
            <a:avLst/>
            <a:gdLst/>
            <a:ahLst/>
            <a:rect l="0" t="0" r="r" b="b"/>
            <a:pathLst>
              <a:path w="28161" h="4514">
                <a:moveTo>
                  <a:pt x="1142" y="1280"/>
                </a:moveTo>
                <a:lnTo>
                  <a:pt x="1142" y="3238"/>
                </a:lnTo>
                <a:cubicBezTo>
                  <a:pt x="1142" y="3274"/>
                  <a:pt x="1155" y="3306"/>
                  <a:pt x="1180" y="3331"/>
                </a:cubicBezTo>
                <a:cubicBezTo>
                  <a:pt x="1206" y="3357"/>
                  <a:pt x="1237" y="3370"/>
                  <a:pt x="1274" y="3370"/>
                </a:cubicBezTo>
                <a:lnTo>
                  <a:pt x="26887" y="3370"/>
                </a:lnTo>
                <a:cubicBezTo>
                  <a:pt x="26923" y="3370"/>
                  <a:pt x="26954" y="3357"/>
                  <a:pt x="26980" y="3331"/>
                </a:cubicBezTo>
                <a:cubicBezTo>
                  <a:pt x="27006" y="3306"/>
                  <a:pt x="27019" y="3274"/>
                  <a:pt x="27019" y="3238"/>
                </a:cubicBezTo>
                <a:lnTo>
                  <a:pt x="27019" y="1280"/>
                </a:lnTo>
                <a:cubicBezTo>
                  <a:pt x="27019" y="1243"/>
                  <a:pt x="27006" y="1212"/>
                  <a:pt x="26980" y="1186"/>
                </a:cubicBezTo>
                <a:cubicBezTo>
                  <a:pt x="26954" y="1161"/>
                  <a:pt x="26923" y="1148"/>
                  <a:pt x="26887" y="1148"/>
                </a:cubicBezTo>
                <a:lnTo>
                  <a:pt x="1274" y="1148"/>
                </a:lnTo>
                <a:cubicBezTo>
                  <a:pt x="1237" y="1148"/>
                  <a:pt x="1206" y="1161"/>
                  <a:pt x="1180" y="1186"/>
                </a:cubicBezTo>
                <a:cubicBezTo>
                  <a:pt x="1155" y="1212"/>
                  <a:pt x="1142" y="1243"/>
                  <a:pt x="1142" y="1280"/>
                </a:cubicBezTo>
                <a:moveTo>
                  <a:pt x="0" y="0"/>
                </a:moveTo>
                <a:lnTo>
                  <a:pt x="28161" y="0"/>
                </a:lnTo>
                <a:lnTo>
                  <a:pt x="28161" y="4514"/>
                </a:lnTo>
                <a:lnTo>
                  <a:pt x="0" y="4514"/>
                </a:lnTo>
                <a:lnTo>
                  <a:pt x="0" y="0"/>
                </a:lnTo>
                <a:close/>
              </a:path>
            </a:pathLst>
          </a:custGeom>
          <a:solidFill>
            <a:srgbClr val="3DDC84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433160" y="45288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1"/>
                  <a:pt x="25893" y="90"/>
                </a:cubicBezTo>
                <a:cubicBezTo>
                  <a:pt x="25897" y="99"/>
                  <a:pt x="25900" y="108"/>
                  <a:pt x="25901" y="118"/>
                </a:cubicBezTo>
                <a:cubicBezTo>
                  <a:pt x="25903" y="127"/>
                  <a:pt x="25904" y="136"/>
                  <a:pt x="25904" y="146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433160" y="45288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1"/>
                  <a:pt x="25893" y="90"/>
                </a:cubicBezTo>
                <a:cubicBezTo>
                  <a:pt x="25897" y="99"/>
                  <a:pt x="25900" y="108"/>
                  <a:pt x="25901" y="118"/>
                </a:cubicBezTo>
                <a:cubicBezTo>
                  <a:pt x="25903" y="127"/>
                  <a:pt x="25904" y="136"/>
                  <a:pt x="25904" y="146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noFill/>
          <a:ln w="9360">
            <a:solidFill>
              <a:srgbClr val="3DDC84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657520" y="3888720"/>
            <a:ext cx="3326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Paso 06 — "Arrugá solo la nariz"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657520" y="4803120"/>
            <a:ext cx="7139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EAFFF2"/>
                </a:solidFill>
                <a:effectLst/>
                <a:uFillTx/>
                <a:latin typeface="Arial"/>
                <a:ea typeface="Arial"/>
              </a:rPr>
              <a:t>Paso 10 — "Expresá una emoción que vas a sentir recién en el futuro"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62120" y="5610960"/>
            <a:ext cx="100972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Detección real con </a:t>
            </a:r>
            <a:r>
              <a:rPr lang="en-US" sz="165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MediaPipe</a:t>
            </a:r>
            <a:r>
              <a:rPr lang="en-US" sz="165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 (parpadeo, giro, inclinación, boca). Los primeros pasos se pasan. El resto, no.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433160" y="17856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1"/>
                  <a:pt x="25893" y="90"/>
                </a:cubicBezTo>
                <a:cubicBezTo>
                  <a:pt x="25897" y="99"/>
                  <a:pt x="25900" y="108"/>
                  <a:pt x="25901" y="118"/>
                </a:cubicBezTo>
                <a:cubicBezTo>
                  <a:pt x="25903" y="127"/>
                  <a:pt x="25904" y="136"/>
                  <a:pt x="25904" y="146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433160" y="1785600"/>
            <a:ext cx="9325440" cy="810000"/>
          </a:xfrm>
          <a:custGeom>
            <a:avLst/>
            <a:gdLst/>
            <a:ahLst/>
            <a:rect l="0" t="0" r="r" b="b"/>
            <a:pathLst>
              <a:path w="25904" h="2250">
                <a:moveTo>
                  <a:pt x="0" y="210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5759" y="0"/>
                </a:lnTo>
                <a:cubicBezTo>
                  <a:pt x="25768" y="0"/>
                  <a:pt x="25778" y="1"/>
                  <a:pt x="25787" y="3"/>
                </a:cubicBezTo>
                <a:cubicBezTo>
                  <a:pt x="25796" y="5"/>
                  <a:pt x="25806" y="8"/>
                  <a:pt x="25814" y="12"/>
                </a:cubicBezTo>
                <a:cubicBezTo>
                  <a:pt x="25823" y="15"/>
                  <a:pt x="25832" y="20"/>
                  <a:pt x="25840" y="25"/>
                </a:cubicBezTo>
                <a:cubicBezTo>
                  <a:pt x="25847" y="30"/>
                  <a:pt x="25855" y="36"/>
                  <a:pt x="25862" y="43"/>
                </a:cubicBezTo>
                <a:cubicBezTo>
                  <a:pt x="25868" y="50"/>
                  <a:pt x="25874" y="57"/>
                  <a:pt x="25880" y="65"/>
                </a:cubicBezTo>
                <a:cubicBezTo>
                  <a:pt x="25885" y="73"/>
                  <a:pt x="25889" y="81"/>
                  <a:pt x="25893" y="90"/>
                </a:cubicBezTo>
                <a:cubicBezTo>
                  <a:pt x="25897" y="99"/>
                  <a:pt x="25900" y="108"/>
                  <a:pt x="25901" y="118"/>
                </a:cubicBezTo>
                <a:cubicBezTo>
                  <a:pt x="25903" y="127"/>
                  <a:pt x="25904" y="136"/>
                  <a:pt x="25904" y="146"/>
                </a:cubicBezTo>
                <a:lnTo>
                  <a:pt x="25904" y="2105"/>
                </a:lnTo>
                <a:cubicBezTo>
                  <a:pt x="25904" y="2114"/>
                  <a:pt x="25903" y="2124"/>
                  <a:pt x="25901" y="2133"/>
                </a:cubicBezTo>
                <a:cubicBezTo>
                  <a:pt x="25900" y="2143"/>
                  <a:pt x="25897" y="2152"/>
                  <a:pt x="25893" y="2161"/>
                </a:cubicBezTo>
                <a:cubicBezTo>
                  <a:pt x="25889" y="2169"/>
                  <a:pt x="25885" y="2178"/>
                  <a:pt x="25880" y="2186"/>
                </a:cubicBezTo>
                <a:cubicBezTo>
                  <a:pt x="25874" y="2194"/>
                  <a:pt x="25868" y="2201"/>
                  <a:pt x="25862" y="2208"/>
                </a:cubicBezTo>
                <a:cubicBezTo>
                  <a:pt x="25855" y="2215"/>
                  <a:pt x="25847" y="2221"/>
                  <a:pt x="25840" y="2226"/>
                </a:cubicBezTo>
                <a:cubicBezTo>
                  <a:pt x="25832" y="2231"/>
                  <a:pt x="25823" y="2236"/>
                  <a:pt x="25814" y="2239"/>
                </a:cubicBezTo>
                <a:cubicBezTo>
                  <a:pt x="25806" y="2243"/>
                  <a:pt x="25796" y="2246"/>
                  <a:pt x="25787" y="2248"/>
                </a:cubicBezTo>
                <a:cubicBezTo>
                  <a:pt x="25778" y="2249"/>
                  <a:pt x="25768" y="2250"/>
                  <a:pt x="25759" y="2250"/>
                </a:cubicBezTo>
                <a:lnTo>
                  <a:pt x="146" y="2250"/>
                </a:lnTo>
                <a:cubicBezTo>
                  <a:pt x="136" y="2250"/>
                  <a:pt x="127" y="2249"/>
                  <a:pt x="118" y="2248"/>
                </a:cubicBezTo>
                <a:cubicBezTo>
                  <a:pt x="108" y="2246"/>
                  <a:pt x="99" y="2243"/>
                  <a:pt x="90" y="2239"/>
                </a:cubicBezTo>
                <a:cubicBezTo>
                  <a:pt x="81" y="2236"/>
                  <a:pt x="73" y="2231"/>
                  <a:pt x="65" y="2226"/>
                </a:cubicBezTo>
                <a:cubicBezTo>
                  <a:pt x="57" y="2221"/>
                  <a:pt x="50" y="2215"/>
                  <a:pt x="43" y="2208"/>
                </a:cubicBezTo>
                <a:cubicBezTo>
                  <a:pt x="36" y="2201"/>
                  <a:pt x="30" y="2194"/>
                  <a:pt x="25" y="2186"/>
                </a:cubicBezTo>
                <a:cubicBezTo>
                  <a:pt x="20" y="2178"/>
                  <a:pt x="15" y="2169"/>
                  <a:pt x="12" y="2161"/>
                </a:cubicBezTo>
                <a:cubicBezTo>
                  <a:pt x="8" y="2152"/>
                  <a:pt x="5" y="2143"/>
                  <a:pt x="3" y="2133"/>
                </a:cubicBezTo>
                <a:cubicBezTo>
                  <a:pt x="1" y="2124"/>
                  <a:pt x="0" y="2114"/>
                  <a:pt x="0" y="2105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62120" y="330480"/>
            <a:ext cx="197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1F7A48"/>
                </a:solidFill>
                <a:effectLst/>
                <a:uFillTx/>
                <a:latin typeface="JetBrainsMonoNF"/>
                <a:ea typeface="JetBrainsMonoNF"/>
              </a:rPr>
              <a:t>HUMAN_PROTOCOL // v4.02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818360" y="1970640"/>
            <a:ext cx="4752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0" u="none" strike="noStrike">
                <a:solidFill>
                  <a:srgbClr val="EDEDED"/>
                </a:solidFill>
                <a:effectLst/>
                <a:uFillTx/>
                <a:latin typeface="NotoColorEmoji"/>
                <a:ea typeface="NotoColorEmoji"/>
              </a:rPr>
              <a:t>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1630800" y="3611880"/>
            <a:ext cx="853200" cy="81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/>
          <p:cNvPicPr/>
          <p:nvPr/>
        </p:nvPicPr>
        <p:blipFill>
          <a:blip r:embed="rId2"/>
          <a:stretch/>
        </p:blipFill>
        <p:spPr>
          <a:xfrm>
            <a:off x="1347120" y="4242960"/>
            <a:ext cx="1419840" cy="138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 txBox="1"/>
          <p:nvPr/>
        </p:nvSpPr>
        <p:spPr>
          <a:xfrm>
            <a:off x="2657520" y="2059920"/>
            <a:ext cx="3454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Paso 01 — "Parpadeá tres veces"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776680" y="691920"/>
            <a:ext cx="4506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ESCANEÁ · REQUIERE CÁMARA · NO VAS A APROBAR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195440" y="1919160"/>
            <a:ext cx="3800880" cy="3800880"/>
          </a:xfrm>
          <a:custGeom>
            <a:avLst/>
            <a:gdLst/>
            <a:ahLst/>
            <a:rect l="0" t="0" r="r" b="b"/>
            <a:pathLst>
              <a:path w="10558" h="10558">
                <a:moveTo>
                  <a:pt x="0" y="10332"/>
                </a:moveTo>
                <a:lnTo>
                  <a:pt x="0" y="225"/>
                </a:lnTo>
                <a:cubicBezTo>
                  <a:pt x="0" y="210"/>
                  <a:pt x="2" y="195"/>
                  <a:pt x="5" y="181"/>
                </a:cubicBezTo>
                <a:cubicBezTo>
                  <a:pt x="8" y="166"/>
                  <a:pt x="12" y="152"/>
                  <a:pt x="18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7" y="88"/>
                  <a:pt x="56" y="76"/>
                  <a:pt x="66" y="66"/>
                </a:cubicBezTo>
                <a:cubicBezTo>
                  <a:pt x="77" y="55"/>
                  <a:pt x="88" y="46"/>
                  <a:pt x="100" y="38"/>
                </a:cubicBezTo>
                <a:cubicBezTo>
                  <a:pt x="113" y="30"/>
                  <a:pt x="126" y="23"/>
                  <a:pt x="139" y="17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1" y="0"/>
                  <a:pt x="225" y="0"/>
                </a:cubicBezTo>
                <a:lnTo>
                  <a:pt x="10333" y="0"/>
                </a:lnTo>
                <a:cubicBezTo>
                  <a:pt x="10348" y="0"/>
                  <a:pt x="10363" y="1"/>
                  <a:pt x="10377" y="4"/>
                </a:cubicBezTo>
                <a:cubicBezTo>
                  <a:pt x="10392" y="7"/>
                  <a:pt x="10406" y="11"/>
                  <a:pt x="10419" y="17"/>
                </a:cubicBezTo>
                <a:cubicBezTo>
                  <a:pt x="10433" y="23"/>
                  <a:pt x="10446" y="30"/>
                  <a:pt x="10458" y="38"/>
                </a:cubicBezTo>
                <a:cubicBezTo>
                  <a:pt x="10471" y="46"/>
                  <a:pt x="10482" y="55"/>
                  <a:pt x="10492" y="66"/>
                </a:cubicBezTo>
                <a:cubicBezTo>
                  <a:pt x="10503" y="76"/>
                  <a:pt x="10512" y="88"/>
                  <a:pt x="10520" y="100"/>
                </a:cubicBezTo>
                <a:cubicBezTo>
                  <a:pt x="10529" y="112"/>
                  <a:pt x="10535" y="125"/>
                  <a:pt x="10541" y="139"/>
                </a:cubicBezTo>
                <a:cubicBezTo>
                  <a:pt x="10547" y="152"/>
                  <a:pt x="10551" y="166"/>
                  <a:pt x="10554" y="181"/>
                </a:cubicBezTo>
                <a:cubicBezTo>
                  <a:pt x="10557" y="195"/>
                  <a:pt x="10558" y="210"/>
                  <a:pt x="10558" y="225"/>
                </a:cubicBezTo>
                <a:lnTo>
                  <a:pt x="10558" y="10332"/>
                </a:lnTo>
                <a:cubicBezTo>
                  <a:pt x="10558" y="10347"/>
                  <a:pt x="10557" y="10361"/>
                  <a:pt x="10554" y="10376"/>
                </a:cubicBezTo>
                <a:cubicBezTo>
                  <a:pt x="10551" y="10390"/>
                  <a:pt x="10547" y="10404"/>
                  <a:pt x="10541" y="10418"/>
                </a:cubicBezTo>
                <a:cubicBezTo>
                  <a:pt x="10535" y="10432"/>
                  <a:pt x="10529" y="10444"/>
                  <a:pt x="10520" y="10457"/>
                </a:cubicBezTo>
                <a:cubicBezTo>
                  <a:pt x="10512" y="10469"/>
                  <a:pt x="10503" y="10480"/>
                  <a:pt x="10492" y="10491"/>
                </a:cubicBezTo>
                <a:cubicBezTo>
                  <a:pt x="10482" y="10501"/>
                  <a:pt x="10471" y="10512"/>
                  <a:pt x="10458" y="10520"/>
                </a:cubicBezTo>
                <a:cubicBezTo>
                  <a:pt x="10446" y="10528"/>
                  <a:pt x="10433" y="10535"/>
                  <a:pt x="10419" y="10541"/>
                </a:cubicBezTo>
                <a:cubicBezTo>
                  <a:pt x="10406" y="10546"/>
                  <a:pt x="10392" y="10551"/>
                  <a:pt x="10377" y="10553"/>
                </a:cubicBezTo>
                <a:cubicBezTo>
                  <a:pt x="10363" y="10556"/>
                  <a:pt x="10348" y="10558"/>
                  <a:pt x="10333" y="10558"/>
                </a:cubicBezTo>
                <a:lnTo>
                  <a:pt x="225" y="10558"/>
                </a:lnTo>
                <a:cubicBezTo>
                  <a:pt x="211" y="10558"/>
                  <a:pt x="196" y="10556"/>
                  <a:pt x="181" y="10553"/>
                </a:cubicBezTo>
                <a:cubicBezTo>
                  <a:pt x="167" y="10551"/>
                  <a:pt x="153" y="10546"/>
                  <a:pt x="139" y="10541"/>
                </a:cubicBezTo>
                <a:cubicBezTo>
                  <a:pt x="126" y="10535"/>
                  <a:pt x="113" y="10528"/>
                  <a:pt x="100" y="10520"/>
                </a:cubicBezTo>
                <a:cubicBezTo>
                  <a:pt x="88" y="10512"/>
                  <a:pt x="77" y="10501"/>
                  <a:pt x="66" y="10491"/>
                </a:cubicBezTo>
                <a:cubicBezTo>
                  <a:pt x="56" y="10480"/>
                  <a:pt x="47" y="10469"/>
                  <a:pt x="38" y="10457"/>
                </a:cubicBezTo>
                <a:cubicBezTo>
                  <a:pt x="30" y="10444"/>
                  <a:pt x="23" y="10432"/>
                  <a:pt x="18" y="10418"/>
                </a:cubicBezTo>
                <a:cubicBezTo>
                  <a:pt x="12" y="10404"/>
                  <a:pt x="8" y="10390"/>
                  <a:pt x="5" y="10376"/>
                </a:cubicBezTo>
                <a:cubicBezTo>
                  <a:pt x="2" y="10361"/>
                  <a:pt x="0" y="10347"/>
                  <a:pt x="0" y="103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4195440" y="1919160"/>
            <a:ext cx="3800880" cy="3800880"/>
          </a:xfrm>
          <a:custGeom>
            <a:avLst/>
            <a:gdLst/>
            <a:ahLst/>
            <a:rect l="0" t="0" r="r" b="b"/>
            <a:pathLst>
              <a:path w="10558" h="10558">
                <a:moveTo>
                  <a:pt x="0" y="10332"/>
                </a:moveTo>
                <a:lnTo>
                  <a:pt x="0" y="225"/>
                </a:lnTo>
                <a:cubicBezTo>
                  <a:pt x="0" y="210"/>
                  <a:pt x="2" y="195"/>
                  <a:pt x="5" y="181"/>
                </a:cubicBezTo>
                <a:cubicBezTo>
                  <a:pt x="8" y="166"/>
                  <a:pt x="12" y="152"/>
                  <a:pt x="18" y="139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7" y="88"/>
                  <a:pt x="56" y="76"/>
                  <a:pt x="66" y="66"/>
                </a:cubicBezTo>
                <a:cubicBezTo>
                  <a:pt x="77" y="55"/>
                  <a:pt x="88" y="46"/>
                  <a:pt x="100" y="38"/>
                </a:cubicBezTo>
                <a:cubicBezTo>
                  <a:pt x="113" y="30"/>
                  <a:pt x="126" y="23"/>
                  <a:pt x="139" y="17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1" y="0"/>
                  <a:pt x="225" y="0"/>
                </a:cubicBezTo>
                <a:lnTo>
                  <a:pt x="10333" y="0"/>
                </a:lnTo>
                <a:cubicBezTo>
                  <a:pt x="10348" y="0"/>
                  <a:pt x="10363" y="1"/>
                  <a:pt x="10377" y="4"/>
                </a:cubicBezTo>
                <a:cubicBezTo>
                  <a:pt x="10392" y="7"/>
                  <a:pt x="10406" y="11"/>
                  <a:pt x="10419" y="17"/>
                </a:cubicBezTo>
                <a:cubicBezTo>
                  <a:pt x="10433" y="23"/>
                  <a:pt x="10446" y="30"/>
                  <a:pt x="10458" y="38"/>
                </a:cubicBezTo>
                <a:cubicBezTo>
                  <a:pt x="10471" y="46"/>
                  <a:pt x="10482" y="55"/>
                  <a:pt x="10492" y="66"/>
                </a:cubicBezTo>
                <a:cubicBezTo>
                  <a:pt x="10503" y="76"/>
                  <a:pt x="10512" y="88"/>
                  <a:pt x="10520" y="100"/>
                </a:cubicBezTo>
                <a:cubicBezTo>
                  <a:pt x="10529" y="112"/>
                  <a:pt x="10535" y="125"/>
                  <a:pt x="10541" y="139"/>
                </a:cubicBezTo>
                <a:cubicBezTo>
                  <a:pt x="10547" y="152"/>
                  <a:pt x="10551" y="166"/>
                  <a:pt x="10554" y="181"/>
                </a:cubicBezTo>
                <a:cubicBezTo>
                  <a:pt x="10557" y="195"/>
                  <a:pt x="10558" y="210"/>
                  <a:pt x="10558" y="225"/>
                </a:cubicBezTo>
                <a:lnTo>
                  <a:pt x="10558" y="10332"/>
                </a:lnTo>
                <a:cubicBezTo>
                  <a:pt x="10558" y="10347"/>
                  <a:pt x="10557" y="10361"/>
                  <a:pt x="10554" y="10376"/>
                </a:cubicBezTo>
                <a:cubicBezTo>
                  <a:pt x="10551" y="10390"/>
                  <a:pt x="10547" y="10404"/>
                  <a:pt x="10541" y="10418"/>
                </a:cubicBezTo>
                <a:cubicBezTo>
                  <a:pt x="10535" y="10432"/>
                  <a:pt x="10529" y="10444"/>
                  <a:pt x="10520" y="10457"/>
                </a:cubicBezTo>
                <a:cubicBezTo>
                  <a:pt x="10512" y="10469"/>
                  <a:pt x="10503" y="10480"/>
                  <a:pt x="10492" y="10491"/>
                </a:cubicBezTo>
                <a:cubicBezTo>
                  <a:pt x="10482" y="10501"/>
                  <a:pt x="10471" y="10512"/>
                  <a:pt x="10458" y="10520"/>
                </a:cubicBezTo>
                <a:cubicBezTo>
                  <a:pt x="10446" y="10528"/>
                  <a:pt x="10433" y="10535"/>
                  <a:pt x="10419" y="10541"/>
                </a:cubicBezTo>
                <a:cubicBezTo>
                  <a:pt x="10406" y="10546"/>
                  <a:pt x="10392" y="10551"/>
                  <a:pt x="10377" y="10553"/>
                </a:cubicBezTo>
                <a:cubicBezTo>
                  <a:pt x="10363" y="10556"/>
                  <a:pt x="10348" y="10558"/>
                  <a:pt x="10333" y="10558"/>
                </a:cubicBezTo>
                <a:lnTo>
                  <a:pt x="225" y="10558"/>
                </a:lnTo>
                <a:cubicBezTo>
                  <a:pt x="211" y="10558"/>
                  <a:pt x="196" y="10556"/>
                  <a:pt x="181" y="10553"/>
                </a:cubicBezTo>
                <a:cubicBezTo>
                  <a:pt x="167" y="10551"/>
                  <a:pt x="153" y="10546"/>
                  <a:pt x="139" y="10541"/>
                </a:cubicBezTo>
                <a:cubicBezTo>
                  <a:pt x="126" y="10535"/>
                  <a:pt x="113" y="10528"/>
                  <a:pt x="100" y="10520"/>
                </a:cubicBezTo>
                <a:cubicBezTo>
                  <a:pt x="88" y="10512"/>
                  <a:pt x="77" y="10501"/>
                  <a:pt x="66" y="10491"/>
                </a:cubicBezTo>
                <a:cubicBezTo>
                  <a:pt x="56" y="10480"/>
                  <a:pt x="47" y="10469"/>
                  <a:pt x="38" y="10457"/>
                </a:cubicBezTo>
                <a:cubicBezTo>
                  <a:pt x="30" y="10444"/>
                  <a:pt x="23" y="10432"/>
                  <a:pt x="18" y="10418"/>
                </a:cubicBezTo>
                <a:cubicBezTo>
                  <a:pt x="12" y="10404"/>
                  <a:pt x="8" y="10390"/>
                  <a:pt x="5" y="10376"/>
                </a:cubicBezTo>
                <a:cubicBezTo>
                  <a:pt x="2" y="10361"/>
                  <a:pt x="0" y="10347"/>
                  <a:pt x="0" y="10332"/>
                </a:cubicBezTo>
                <a:close/>
              </a:path>
            </a:pathLst>
          </a:custGeom>
          <a:noFill/>
          <a:ln w="28440">
            <a:solidFill>
              <a:srgbClr val="3DDC84"/>
            </a:solidFill>
            <a:miter/>
          </a:ln>
        </p:spPr>
        <p:txBody>
          <a:bodyPr lIns="14040" tIns="14040" r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4381560" y="2104920"/>
            <a:ext cx="342864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"/>
          <p:cNvSpPr txBox="1"/>
          <p:nvPr/>
        </p:nvSpPr>
        <p:spPr>
          <a:xfrm>
            <a:off x="3624840" y="1082880"/>
            <a:ext cx="5112360" cy="63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500" b="1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PROBALO AHORA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950280" y="6034680"/>
            <a:ext cx="4009320" cy="27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lorengrz.github.io/HumanDetector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62120" y="330480"/>
            <a:ext cx="197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1F7A48"/>
                </a:solidFill>
                <a:effectLst/>
                <a:uFillTx/>
                <a:latin typeface="JetBrainsMonoNF"/>
                <a:ea typeface="JetBrainsMonoNF"/>
              </a:rPr>
              <a:t>HUMAN_PROTOCOL // v4.02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66440" y="4862160"/>
            <a:ext cx="943560" cy="343440"/>
          </a:xfrm>
          <a:custGeom>
            <a:avLst/>
            <a:gdLst/>
            <a:ahLst/>
            <a:rect l="0" t="0" r="r" b="b"/>
            <a:pathLst>
              <a:path w="2621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lnTo>
                  <a:pt x="2528" y="0"/>
                </a:lnTo>
                <a:cubicBezTo>
                  <a:pt x="2540" y="0"/>
                  <a:pt x="2552" y="3"/>
                  <a:pt x="2564" y="8"/>
                </a:cubicBezTo>
                <a:cubicBezTo>
                  <a:pt x="2575" y="12"/>
                  <a:pt x="2585" y="19"/>
                  <a:pt x="2594" y="28"/>
                </a:cubicBezTo>
                <a:cubicBezTo>
                  <a:pt x="2602" y="36"/>
                  <a:pt x="2609" y="46"/>
                  <a:pt x="2614" y="58"/>
                </a:cubicBezTo>
                <a:cubicBezTo>
                  <a:pt x="2618" y="69"/>
                  <a:pt x="2621" y="81"/>
                  <a:pt x="2621" y="93"/>
                </a:cubicBezTo>
                <a:lnTo>
                  <a:pt x="2621" y="861"/>
                </a:lnTo>
                <a:cubicBezTo>
                  <a:pt x="2621" y="874"/>
                  <a:pt x="2618" y="885"/>
                  <a:pt x="2614" y="897"/>
                </a:cubicBezTo>
                <a:cubicBezTo>
                  <a:pt x="2609" y="908"/>
                  <a:pt x="2602" y="918"/>
                  <a:pt x="2594" y="927"/>
                </a:cubicBezTo>
                <a:cubicBezTo>
                  <a:pt x="2585" y="936"/>
                  <a:pt x="2575" y="942"/>
                  <a:pt x="2564" y="947"/>
                </a:cubicBezTo>
                <a:cubicBezTo>
                  <a:pt x="2552" y="952"/>
                  <a:pt x="2540" y="954"/>
                  <a:pt x="2528" y="954"/>
                </a:cubicBezTo>
                <a:lnTo>
                  <a:pt x="93" y="954"/>
                </a:lnTo>
                <a:cubicBezTo>
                  <a:pt x="81" y="954"/>
                  <a:pt x="69" y="952"/>
                  <a:pt x="58" y="947"/>
                </a:cubicBezTo>
                <a:cubicBezTo>
                  <a:pt x="46" y="942"/>
                  <a:pt x="36" y="936"/>
                  <a:pt x="28" y="927"/>
                </a:cubicBezTo>
                <a:cubicBezTo>
                  <a:pt x="19" y="918"/>
                  <a:pt x="12" y="908"/>
                  <a:pt x="7" y="897"/>
                </a:cubicBezTo>
                <a:cubicBezTo>
                  <a:pt x="3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66440" y="4862160"/>
            <a:ext cx="943560" cy="343440"/>
          </a:xfrm>
          <a:custGeom>
            <a:avLst/>
            <a:gdLst/>
            <a:ahLst/>
            <a:rect l="0" t="0" r="r" b="b"/>
            <a:pathLst>
              <a:path w="2621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lnTo>
                  <a:pt x="2528" y="0"/>
                </a:lnTo>
                <a:cubicBezTo>
                  <a:pt x="2540" y="0"/>
                  <a:pt x="2552" y="3"/>
                  <a:pt x="2564" y="8"/>
                </a:cubicBezTo>
                <a:cubicBezTo>
                  <a:pt x="2575" y="12"/>
                  <a:pt x="2585" y="19"/>
                  <a:pt x="2594" y="28"/>
                </a:cubicBezTo>
                <a:cubicBezTo>
                  <a:pt x="2602" y="36"/>
                  <a:pt x="2609" y="46"/>
                  <a:pt x="2614" y="58"/>
                </a:cubicBezTo>
                <a:cubicBezTo>
                  <a:pt x="2618" y="69"/>
                  <a:pt x="2621" y="81"/>
                  <a:pt x="2621" y="93"/>
                </a:cubicBezTo>
                <a:lnTo>
                  <a:pt x="2621" y="861"/>
                </a:lnTo>
                <a:cubicBezTo>
                  <a:pt x="2621" y="874"/>
                  <a:pt x="2618" y="885"/>
                  <a:pt x="2614" y="897"/>
                </a:cubicBezTo>
                <a:cubicBezTo>
                  <a:pt x="2609" y="908"/>
                  <a:pt x="2602" y="918"/>
                  <a:pt x="2594" y="927"/>
                </a:cubicBezTo>
                <a:cubicBezTo>
                  <a:pt x="2585" y="936"/>
                  <a:pt x="2575" y="942"/>
                  <a:pt x="2564" y="947"/>
                </a:cubicBezTo>
                <a:cubicBezTo>
                  <a:pt x="2552" y="952"/>
                  <a:pt x="2540" y="954"/>
                  <a:pt x="2528" y="954"/>
                </a:cubicBezTo>
                <a:lnTo>
                  <a:pt x="93" y="954"/>
                </a:lnTo>
                <a:cubicBezTo>
                  <a:pt x="81" y="954"/>
                  <a:pt x="69" y="952"/>
                  <a:pt x="58" y="947"/>
                </a:cubicBezTo>
                <a:cubicBezTo>
                  <a:pt x="46" y="942"/>
                  <a:pt x="36" y="936"/>
                  <a:pt x="28" y="927"/>
                </a:cubicBezTo>
                <a:cubicBezTo>
                  <a:pt x="19" y="918"/>
                  <a:pt x="12" y="908"/>
                  <a:pt x="7" y="897"/>
                </a:cubicBezTo>
                <a:cubicBezTo>
                  <a:pt x="3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62120" y="1426680"/>
            <a:ext cx="31762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Cómo está hecho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814400" y="4862160"/>
            <a:ext cx="1248120" cy="343440"/>
          </a:xfrm>
          <a:custGeom>
            <a:avLst/>
            <a:gdLst/>
            <a:ahLst/>
            <a:rect l="0" t="0" r="r" b="b"/>
            <a:pathLst>
              <a:path w="3467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3374" y="0"/>
                </a:lnTo>
                <a:cubicBezTo>
                  <a:pt x="3387" y="0"/>
                  <a:pt x="3398" y="3"/>
                  <a:pt x="3410" y="8"/>
                </a:cubicBezTo>
                <a:cubicBezTo>
                  <a:pt x="3421" y="12"/>
                  <a:pt x="3431" y="19"/>
                  <a:pt x="3440" y="28"/>
                </a:cubicBezTo>
                <a:cubicBezTo>
                  <a:pt x="3448" y="36"/>
                  <a:pt x="3455" y="46"/>
                  <a:pt x="3460" y="58"/>
                </a:cubicBezTo>
                <a:cubicBezTo>
                  <a:pt x="3465" y="69"/>
                  <a:pt x="3467" y="81"/>
                  <a:pt x="3467" y="93"/>
                </a:cubicBezTo>
                <a:lnTo>
                  <a:pt x="3467" y="861"/>
                </a:lnTo>
                <a:cubicBezTo>
                  <a:pt x="3467" y="874"/>
                  <a:pt x="3465" y="885"/>
                  <a:pt x="3460" y="897"/>
                </a:cubicBezTo>
                <a:cubicBezTo>
                  <a:pt x="3455" y="908"/>
                  <a:pt x="3448" y="918"/>
                  <a:pt x="3440" y="927"/>
                </a:cubicBezTo>
                <a:cubicBezTo>
                  <a:pt x="3431" y="936"/>
                  <a:pt x="3421" y="942"/>
                  <a:pt x="3410" y="947"/>
                </a:cubicBezTo>
                <a:cubicBezTo>
                  <a:pt x="3398" y="952"/>
                  <a:pt x="3387" y="954"/>
                  <a:pt x="3374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2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814400" y="4862160"/>
            <a:ext cx="1248120" cy="343440"/>
          </a:xfrm>
          <a:custGeom>
            <a:avLst/>
            <a:gdLst/>
            <a:ahLst/>
            <a:rect l="0" t="0" r="r" b="b"/>
            <a:pathLst>
              <a:path w="3467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3374" y="0"/>
                </a:lnTo>
                <a:cubicBezTo>
                  <a:pt x="3387" y="0"/>
                  <a:pt x="3398" y="3"/>
                  <a:pt x="3410" y="8"/>
                </a:cubicBezTo>
                <a:cubicBezTo>
                  <a:pt x="3421" y="12"/>
                  <a:pt x="3431" y="19"/>
                  <a:pt x="3440" y="28"/>
                </a:cubicBezTo>
                <a:cubicBezTo>
                  <a:pt x="3448" y="36"/>
                  <a:pt x="3455" y="46"/>
                  <a:pt x="3460" y="58"/>
                </a:cubicBezTo>
                <a:cubicBezTo>
                  <a:pt x="3465" y="69"/>
                  <a:pt x="3467" y="81"/>
                  <a:pt x="3467" y="93"/>
                </a:cubicBezTo>
                <a:lnTo>
                  <a:pt x="3467" y="861"/>
                </a:lnTo>
                <a:cubicBezTo>
                  <a:pt x="3467" y="874"/>
                  <a:pt x="3465" y="885"/>
                  <a:pt x="3460" y="897"/>
                </a:cubicBezTo>
                <a:cubicBezTo>
                  <a:pt x="3455" y="908"/>
                  <a:pt x="3448" y="918"/>
                  <a:pt x="3440" y="927"/>
                </a:cubicBezTo>
                <a:cubicBezTo>
                  <a:pt x="3431" y="936"/>
                  <a:pt x="3421" y="942"/>
                  <a:pt x="3410" y="947"/>
                </a:cubicBezTo>
                <a:cubicBezTo>
                  <a:pt x="3398" y="952"/>
                  <a:pt x="3387" y="954"/>
                  <a:pt x="3374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2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66880" y="4920840"/>
            <a:ext cx="717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Next.js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166920" y="4862160"/>
            <a:ext cx="1047960" cy="343440"/>
          </a:xfrm>
          <a:custGeom>
            <a:avLst/>
            <a:gdLst/>
            <a:ahLst/>
            <a:rect l="0" t="0" r="r" b="b"/>
            <a:pathLst>
              <a:path w="2911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819" y="0"/>
                </a:lnTo>
                <a:cubicBezTo>
                  <a:pt x="2831" y="0"/>
                  <a:pt x="2843" y="3"/>
                  <a:pt x="2854" y="8"/>
                </a:cubicBezTo>
                <a:cubicBezTo>
                  <a:pt x="2865" y="12"/>
                  <a:pt x="2876" y="19"/>
                  <a:pt x="2884" y="28"/>
                </a:cubicBezTo>
                <a:cubicBezTo>
                  <a:pt x="2893" y="36"/>
                  <a:pt x="2900" y="46"/>
                  <a:pt x="2904" y="58"/>
                </a:cubicBezTo>
                <a:cubicBezTo>
                  <a:pt x="2909" y="69"/>
                  <a:pt x="2911" y="81"/>
                  <a:pt x="2911" y="93"/>
                </a:cubicBezTo>
                <a:lnTo>
                  <a:pt x="2911" y="861"/>
                </a:lnTo>
                <a:cubicBezTo>
                  <a:pt x="2911" y="874"/>
                  <a:pt x="2909" y="885"/>
                  <a:pt x="2904" y="897"/>
                </a:cubicBezTo>
                <a:cubicBezTo>
                  <a:pt x="2900" y="908"/>
                  <a:pt x="2893" y="918"/>
                  <a:pt x="2884" y="927"/>
                </a:cubicBezTo>
                <a:cubicBezTo>
                  <a:pt x="2876" y="936"/>
                  <a:pt x="2865" y="942"/>
                  <a:pt x="2854" y="947"/>
                </a:cubicBezTo>
                <a:cubicBezTo>
                  <a:pt x="2843" y="952"/>
                  <a:pt x="2831" y="954"/>
                  <a:pt x="2819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2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166920" y="4862160"/>
            <a:ext cx="1047960" cy="343440"/>
          </a:xfrm>
          <a:custGeom>
            <a:avLst/>
            <a:gdLst/>
            <a:ahLst/>
            <a:rect l="0" t="0" r="r" b="b"/>
            <a:pathLst>
              <a:path w="2911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819" y="0"/>
                </a:lnTo>
                <a:cubicBezTo>
                  <a:pt x="2831" y="0"/>
                  <a:pt x="2843" y="3"/>
                  <a:pt x="2854" y="8"/>
                </a:cubicBezTo>
                <a:cubicBezTo>
                  <a:pt x="2865" y="12"/>
                  <a:pt x="2876" y="19"/>
                  <a:pt x="2884" y="28"/>
                </a:cubicBezTo>
                <a:cubicBezTo>
                  <a:pt x="2893" y="36"/>
                  <a:pt x="2900" y="46"/>
                  <a:pt x="2904" y="58"/>
                </a:cubicBezTo>
                <a:cubicBezTo>
                  <a:pt x="2909" y="69"/>
                  <a:pt x="2911" y="81"/>
                  <a:pt x="2911" y="93"/>
                </a:cubicBezTo>
                <a:lnTo>
                  <a:pt x="2911" y="861"/>
                </a:lnTo>
                <a:cubicBezTo>
                  <a:pt x="2911" y="874"/>
                  <a:pt x="2909" y="885"/>
                  <a:pt x="2904" y="897"/>
                </a:cubicBezTo>
                <a:cubicBezTo>
                  <a:pt x="2900" y="908"/>
                  <a:pt x="2893" y="918"/>
                  <a:pt x="2884" y="927"/>
                </a:cubicBezTo>
                <a:cubicBezTo>
                  <a:pt x="2876" y="936"/>
                  <a:pt x="2865" y="942"/>
                  <a:pt x="2854" y="947"/>
                </a:cubicBezTo>
                <a:cubicBezTo>
                  <a:pt x="2843" y="952"/>
                  <a:pt x="2831" y="954"/>
                  <a:pt x="2819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2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910520" y="4920840"/>
            <a:ext cx="1024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TypeScript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319280" y="4862160"/>
            <a:ext cx="838800" cy="343440"/>
          </a:xfrm>
          <a:custGeom>
            <a:avLst/>
            <a:gdLst/>
            <a:ahLst/>
            <a:rect l="0" t="0" r="r" b="b"/>
            <a:pathLst>
              <a:path w="2330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lnTo>
                  <a:pt x="2237" y="0"/>
                </a:lnTo>
                <a:cubicBezTo>
                  <a:pt x="2249" y="0"/>
                  <a:pt x="2261" y="3"/>
                  <a:pt x="2273" y="8"/>
                </a:cubicBezTo>
                <a:cubicBezTo>
                  <a:pt x="2284" y="12"/>
                  <a:pt x="2294" y="19"/>
                  <a:pt x="2303" y="28"/>
                </a:cubicBezTo>
                <a:cubicBezTo>
                  <a:pt x="2311" y="36"/>
                  <a:pt x="2318" y="46"/>
                  <a:pt x="2323" y="58"/>
                </a:cubicBezTo>
                <a:cubicBezTo>
                  <a:pt x="2327" y="69"/>
                  <a:pt x="2330" y="81"/>
                  <a:pt x="2330" y="93"/>
                </a:cubicBezTo>
                <a:lnTo>
                  <a:pt x="2330" y="861"/>
                </a:lnTo>
                <a:cubicBezTo>
                  <a:pt x="2330" y="874"/>
                  <a:pt x="2327" y="885"/>
                  <a:pt x="2323" y="897"/>
                </a:cubicBezTo>
                <a:cubicBezTo>
                  <a:pt x="2318" y="908"/>
                  <a:pt x="2311" y="918"/>
                  <a:pt x="2303" y="927"/>
                </a:cubicBezTo>
                <a:cubicBezTo>
                  <a:pt x="2294" y="936"/>
                  <a:pt x="2284" y="942"/>
                  <a:pt x="2273" y="947"/>
                </a:cubicBezTo>
                <a:cubicBezTo>
                  <a:pt x="2261" y="952"/>
                  <a:pt x="2249" y="954"/>
                  <a:pt x="2237" y="954"/>
                </a:cubicBezTo>
                <a:lnTo>
                  <a:pt x="93" y="954"/>
                </a:lnTo>
                <a:cubicBezTo>
                  <a:pt x="81" y="954"/>
                  <a:pt x="69" y="952"/>
                  <a:pt x="58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9" y="918"/>
                  <a:pt x="12" y="908"/>
                  <a:pt x="7" y="897"/>
                </a:cubicBezTo>
                <a:cubicBezTo>
                  <a:pt x="3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4319280" y="4862160"/>
            <a:ext cx="838800" cy="343440"/>
          </a:xfrm>
          <a:custGeom>
            <a:avLst/>
            <a:gdLst/>
            <a:ahLst/>
            <a:rect l="0" t="0" r="r" b="b"/>
            <a:pathLst>
              <a:path w="2330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lnTo>
                  <a:pt x="2237" y="0"/>
                </a:lnTo>
                <a:cubicBezTo>
                  <a:pt x="2249" y="0"/>
                  <a:pt x="2261" y="3"/>
                  <a:pt x="2273" y="8"/>
                </a:cubicBezTo>
                <a:cubicBezTo>
                  <a:pt x="2284" y="12"/>
                  <a:pt x="2294" y="19"/>
                  <a:pt x="2303" y="28"/>
                </a:cubicBezTo>
                <a:cubicBezTo>
                  <a:pt x="2311" y="36"/>
                  <a:pt x="2318" y="46"/>
                  <a:pt x="2323" y="58"/>
                </a:cubicBezTo>
                <a:cubicBezTo>
                  <a:pt x="2327" y="69"/>
                  <a:pt x="2330" y="81"/>
                  <a:pt x="2330" y="93"/>
                </a:cubicBezTo>
                <a:lnTo>
                  <a:pt x="2330" y="861"/>
                </a:lnTo>
                <a:cubicBezTo>
                  <a:pt x="2330" y="874"/>
                  <a:pt x="2327" y="885"/>
                  <a:pt x="2323" y="897"/>
                </a:cubicBezTo>
                <a:cubicBezTo>
                  <a:pt x="2318" y="908"/>
                  <a:pt x="2311" y="918"/>
                  <a:pt x="2303" y="927"/>
                </a:cubicBezTo>
                <a:cubicBezTo>
                  <a:pt x="2294" y="936"/>
                  <a:pt x="2284" y="942"/>
                  <a:pt x="2273" y="947"/>
                </a:cubicBezTo>
                <a:cubicBezTo>
                  <a:pt x="2261" y="952"/>
                  <a:pt x="2249" y="954"/>
                  <a:pt x="2237" y="954"/>
                </a:cubicBezTo>
                <a:lnTo>
                  <a:pt x="93" y="954"/>
                </a:lnTo>
                <a:cubicBezTo>
                  <a:pt x="81" y="954"/>
                  <a:pt x="69" y="952"/>
                  <a:pt x="58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9" y="918"/>
                  <a:pt x="12" y="908"/>
                  <a:pt x="7" y="897"/>
                </a:cubicBezTo>
                <a:cubicBezTo>
                  <a:pt x="3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70600" y="4920840"/>
            <a:ext cx="82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Tailwind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262480" y="4862160"/>
            <a:ext cx="933840" cy="343440"/>
          </a:xfrm>
          <a:custGeom>
            <a:avLst/>
            <a:gdLst/>
            <a:ahLst/>
            <a:rect l="0" t="0" r="r" b="b"/>
            <a:pathLst>
              <a:path w="2594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501" y="0"/>
                </a:lnTo>
                <a:cubicBezTo>
                  <a:pt x="2513" y="0"/>
                  <a:pt x="2525" y="3"/>
                  <a:pt x="2536" y="8"/>
                </a:cubicBezTo>
                <a:cubicBezTo>
                  <a:pt x="2548" y="12"/>
                  <a:pt x="2558" y="19"/>
                  <a:pt x="2567" y="28"/>
                </a:cubicBezTo>
                <a:cubicBezTo>
                  <a:pt x="2575" y="36"/>
                  <a:pt x="2582" y="46"/>
                  <a:pt x="2587" y="58"/>
                </a:cubicBezTo>
                <a:cubicBezTo>
                  <a:pt x="2591" y="69"/>
                  <a:pt x="2594" y="81"/>
                  <a:pt x="2594" y="93"/>
                </a:cubicBezTo>
                <a:lnTo>
                  <a:pt x="2594" y="861"/>
                </a:lnTo>
                <a:cubicBezTo>
                  <a:pt x="2594" y="874"/>
                  <a:pt x="2591" y="885"/>
                  <a:pt x="2587" y="897"/>
                </a:cubicBezTo>
                <a:cubicBezTo>
                  <a:pt x="2582" y="908"/>
                  <a:pt x="2575" y="918"/>
                  <a:pt x="2567" y="927"/>
                </a:cubicBezTo>
                <a:cubicBezTo>
                  <a:pt x="2558" y="936"/>
                  <a:pt x="2548" y="942"/>
                  <a:pt x="2536" y="947"/>
                </a:cubicBezTo>
                <a:cubicBezTo>
                  <a:pt x="2525" y="952"/>
                  <a:pt x="2513" y="954"/>
                  <a:pt x="2501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5262480" y="4862160"/>
            <a:ext cx="933840" cy="343440"/>
          </a:xfrm>
          <a:custGeom>
            <a:avLst/>
            <a:gdLst/>
            <a:ahLst/>
            <a:rect l="0" t="0" r="r" b="b"/>
            <a:pathLst>
              <a:path w="2594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501" y="0"/>
                </a:lnTo>
                <a:cubicBezTo>
                  <a:pt x="2513" y="0"/>
                  <a:pt x="2525" y="3"/>
                  <a:pt x="2536" y="8"/>
                </a:cubicBezTo>
                <a:cubicBezTo>
                  <a:pt x="2548" y="12"/>
                  <a:pt x="2558" y="19"/>
                  <a:pt x="2567" y="28"/>
                </a:cubicBezTo>
                <a:cubicBezTo>
                  <a:pt x="2575" y="36"/>
                  <a:pt x="2582" y="46"/>
                  <a:pt x="2587" y="58"/>
                </a:cubicBezTo>
                <a:cubicBezTo>
                  <a:pt x="2591" y="69"/>
                  <a:pt x="2594" y="81"/>
                  <a:pt x="2594" y="93"/>
                </a:cubicBezTo>
                <a:lnTo>
                  <a:pt x="2594" y="861"/>
                </a:lnTo>
                <a:cubicBezTo>
                  <a:pt x="2594" y="874"/>
                  <a:pt x="2591" y="885"/>
                  <a:pt x="2587" y="897"/>
                </a:cubicBezTo>
                <a:cubicBezTo>
                  <a:pt x="2582" y="908"/>
                  <a:pt x="2575" y="918"/>
                  <a:pt x="2567" y="927"/>
                </a:cubicBezTo>
                <a:cubicBezTo>
                  <a:pt x="2558" y="936"/>
                  <a:pt x="2548" y="942"/>
                  <a:pt x="2536" y="947"/>
                </a:cubicBezTo>
                <a:cubicBezTo>
                  <a:pt x="2525" y="952"/>
                  <a:pt x="2513" y="954"/>
                  <a:pt x="2501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419720" y="4920840"/>
            <a:ext cx="615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Python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300720" y="4862160"/>
            <a:ext cx="1152720" cy="343440"/>
          </a:xfrm>
          <a:custGeom>
            <a:avLst/>
            <a:gdLst/>
            <a:ahLst/>
            <a:rect l="0" t="0" r="r" b="b"/>
            <a:pathLst>
              <a:path w="3202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3110" y="0"/>
                </a:lnTo>
                <a:cubicBezTo>
                  <a:pt x="3122" y="0"/>
                  <a:pt x="3134" y="3"/>
                  <a:pt x="3145" y="8"/>
                </a:cubicBezTo>
                <a:cubicBezTo>
                  <a:pt x="3156" y="12"/>
                  <a:pt x="3166" y="19"/>
                  <a:pt x="3175" y="28"/>
                </a:cubicBezTo>
                <a:cubicBezTo>
                  <a:pt x="3184" y="36"/>
                  <a:pt x="3190" y="46"/>
                  <a:pt x="3195" y="58"/>
                </a:cubicBezTo>
                <a:cubicBezTo>
                  <a:pt x="3200" y="69"/>
                  <a:pt x="3202" y="81"/>
                  <a:pt x="3202" y="93"/>
                </a:cubicBezTo>
                <a:lnTo>
                  <a:pt x="3202" y="861"/>
                </a:lnTo>
                <a:cubicBezTo>
                  <a:pt x="3202" y="874"/>
                  <a:pt x="3200" y="885"/>
                  <a:pt x="3195" y="897"/>
                </a:cubicBezTo>
                <a:cubicBezTo>
                  <a:pt x="3190" y="908"/>
                  <a:pt x="3184" y="918"/>
                  <a:pt x="3175" y="927"/>
                </a:cubicBezTo>
                <a:cubicBezTo>
                  <a:pt x="3166" y="936"/>
                  <a:pt x="3156" y="942"/>
                  <a:pt x="3145" y="947"/>
                </a:cubicBezTo>
                <a:cubicBezTo>
                  <a:pt x="3134" y="952"/>
                  <a:pt x="3122" y="954"/>
                  <a:pt x="3110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5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300720" y="4862160"/>
            <a:ext cx="1152720" cy="343440"/>
          </a:xfrm>
          <a:custGeom>
            <a:avLst/>
            <a:gdLst/>
            <a:ahLst/>
            <a:rect l="0" t="0" r="r" b="b"/>
            <a:pathLst>
              <a:path w="3202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3110" y="0"/>
                </a:lnTo>
                <a:cubicBezTo>
                  <a:pt x="3122" y="0"/>
                  <a:pt x="3134" y="3"/>
                  <a:pt x="3145" y="8"/>
                </a:cubicBezTo>
                <a:cubicBezTo>
                  <a:pt x="3156" y="12"/>
                  <a:pt x="3166" y="19"/>
                  <a:pt x="3175" y="28"/>
                </a:cubicBezTo>
                <a:cubicBezTo>
                  <a:pt x="3184" y="36"/>
                  <a:pt x="3190" y="46"/>
                  <a:pt x="3195" y="58"/>
                </a:cubicBezTo>
                <a:cubicBezTo>
                  <a:pt x="3200" y="69"/>
                  <a:pt x="3202" y="81"/>
                  <a:pt x="3202" y="93"/>
                </a:cubicBezTo>
                <a:lnTo>
                  <a:pt x="3202" y="861"/>
                </a:lnTo>
                <a:cubicBezTo>
                  <a:pt x="3202" y="874"/>
                  <a:pt x="3200" y="885"/>
                  <a:pt x="3195" y="897"/>
                </a:cubicBezTo>
                <a:cubicBezTo>
                  <a:pt x="3190" y="908"/>
                  <a:pt x="3184" y="918"/>
                  <a:pt x="3175" y="927"/>
                </a:cubicBezTo>
                <a:cubicBezTo>
                  <a:pt x="3166" y="936"/>
                  <a:pt x="3156" y="942"/>
                  <a:pt x="3145" y="947"/>
                </a:cubicBezTo>
                <a:cubicBezTo>
                  <a:pt x="3134" y="952"/>
                  <a:pt x="3122" y="954"/>
                  <a:pt x="3110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5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357880" y="4920840"/>
            <a:ext cx="717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FastAPI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557840" y="4862160"/>
            <a:ext cx="1257840" cy="343440"/>
          </a:xfrm>
          <a:custGeom>
            <a:avLst/>
            <a:gdLst/>
            <a:ahLst/>
            <a:rect l="0" t="0" r="r" b="b"/>
            <a:pathLst>
              <a:path w="3494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lnTo>
                  <a:pt x="3401" y="0"/>
                </a:lnTo>
                <a:cubicBezTo>
                  <a:pt x="3413" y="0"/>
                  <a:pt x="3425" y="3"/>
                  <a:pt x="3437" y="8"/>
                </a:cubicBezTo>
                <a:cubicBezTo>
                  <a:pt x="3448" y="12"/>
                  <a:pt x="3458" y="19"/>
                  <a:pt x="3467" y="28"/>
                </a:cubicBezTo>
                <a:cubicBezTo>
                  <a:pt x="3475" y="36"/>
                  <a:pt x="3482" y="46"/>
                  <a:pt x="3487" y="58"/>
                </a:cubicBezTo>
                <a:cubicBezTo>
                  <a:pt x="3491" y="69"/>
                  <a:pt x="3494" y="81"/>
                  <a:pt x="3494" y="93"/>
                </a:cubicBezTo>
                <a:lnTo>
                  <a:pt x="3494" y="861"/>
                </a:lnTo>
                <a:cubicBezTo>
                  <a:pt x="3494" y="874"/>
                  <a:pt x="3491" y="885"/>
                  <a:pt x="3487" y="897"/>
                </a:cubicBezTo>
                <a:cubicBezTo>
                  <a:pt x="3482" y="908"/>
                  <a:pt x="3475" y="918"/>
                  <a:pt x="3467" y="927"/>
                </a:cubicBezTo>
                <a:cubicBezTo>
                  <a:pt x="3458" y="936"/>
                  <a:pt x="3448" y="942"/>
                  <a:pt x="3437" y="947"/>
                </a:cubicBezTo>
                <a:cubicBezTo>
                  <a:pt x="3425" y="952"/>
                  <a:pt x="3413" y="954"/>
                  <a:pt x="3401" y="954"/>
                </a:cubicBezTo>
                <a:lnTo>
                  <a:pt x="93" y="954"/>
                </a:lnTo>
                <a:cubicBezTo>
                  <a:pt x="81" y="954"/>
                  <a:pt x="69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9" y="918"/>
                  <a:pt x="12" y="908"/>
                  <a:pt x="7" y="897"/>
                </a:cubicBezTo>
                <a:cubicBezTo>
                  <a:pt x="3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557840" y="4862160"/>
            <a:ext cx="1257840" cy="343440"/>
          </a:xfrm>
          <a:custGeom>
            <a:avLst/>
            <a:gdLst/>
            <a:ahLst/>
            <a:rect l="0" t="0" r="r" b="b"/>
            <a:pathLst>
              <a:path w="3494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lnTo>
                  <a:pt x="3401" y="0"/>
                </a:lnTo>
                <a:cubicBezTo>
                  <a:pt x="3413" y="0"/>
                  <a:pt x="3425" y="3"/>
                  <a:pt x="3437" y="8"/>
                </a:cubicBezTo>
                <a:cubicBezTo>
                  <a:pt x="3448" y="12"/>
                  <a:pt x="3458" y="19"/>
                  <a:pt x="3467" y="28"/>
                </a:cubicBezTo>
                <a:cubicBezTo>
                  <a:pt x="3475" y="36"/>
                  <a:pt x="3482" y="46"/>
                  <a:pt x="3487" y="58"/>
                </a:cubicBezTo>
                <a:cubicBezTo>
                  <a:pt x="3491" y="69"/>
                  <a:pt x="3494" y="81"/>
                  <a:pt x="3494" y="93"/>
                </a:cubicBezTo>
                <a:lnTo>
                  <a:pt x="3494" y="861"/>
                </a:lnTo>
                <a:cubicBezTo>
                  <a:pt x="3494" y="874"/>
                  <a:pt x="3491" y="885"/>
                  <a:pt x="3487" y="897"/>
                </a:cubicBezTo>
                <a:cubicBezTo>
                  <a:pt x="3482" y="908"/>
                  <a:pt x="3475" y="918"/>
                  <a:pt x="3467" y="927"/>
                </a:cubicBezTo>
                <a:cubicBezTo>
                  <a:pt x="3458" y="936"/>
                  <a:pt x="3448" y="942"/>
                  <a:pt x="3437" y="947"/>
                </a:cubicBezTo>
                <a:cubicBezTo>
                  <a:pt x="3425" y="952"/>
                  <a:pt x="3413" y="954"/>
                  <a:pt x="3401" y="954"/>
                </a:cubicBezTo>
                <a:lnTo>
                  <a:pt x="93" y="954"/>
                </a:lnTo>
                <a:cubicBezTo>
                  <a:pt x="81" y="954"/>
                  <a:pt x="69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9" y="918"/>
                  <a:pt x="12" y="908"/>
                  <a:pt x="7" y="897"/>
                </a:cubicBezTo>
                <a:cubicBezTo>
                  <a:pt x="3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401520" y="4920840"/>
            <a:ext cx="922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MediaPipe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920080" y="4862160"/>
            <a:ext cx="829080" cy="343440"/>
          </a:xfrm>
          <a:custGeom>
            <a:avLst/>
            <a:gdLst/>
            <a:ahLst/>
            <a:rect l="0" t="0" r="r" b="b"/>
            <a:pathLst>
              <a:path w="2303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210" y="0"/>
                </a:lnTo>
                <a:cubicBezTo>
                  <a:pt x="2222" y="0"/>
                  <a:pt x="2234" y="3"/>
                  <a:pt x="2245" y="8"/>
                </a:cubicBezTo>
                <a:cubicBezTo>
                  <a:pt x="2257" y="12"/>
                  <a:pt x="2267" y="19"/>
                  <a:pt x="2275" y="28"/>
                </a:cubicBezTo>
                <a:cubicBezTo>
                  <a:pt x="2284" y="36"/>
                  <a:pt x="2291" y="46"/>
                  <a:pt x="2296" y="58"/>
                </a:cubicBezTo>
                <a:cubicBezTo>
                  <a:pt x="2300" y="69"/>
                  <a:pt x="2303" y="81"/>
                  <a:pt x="2303" y="93"/>
                </a:cubicBezTo>
                <a:lnTo>
                  <a:pt x="2303" y="861"/>
                </a:lnTo>
                <a:cubicBezTo>
                  <a:pt x="2303" y="874"/>
                  <a:pt x="2300" y="885"/>
                  <a:pt x="2296" y="897"/>
                </a:cubicBezTo>
                <a:cubicBezTo>
                  <a:pt x="2291" y="908"/>
                  <a:pt x="2284" y="918"/>
                  <a:pt x="2275" y="927"/>
                </a:cubicBezTo>
                <a:cubicBezTo>
                  <a:pt x="2267" y="936"/>
                  <a:pt x="2257" y="942"/>
                  <a:pt x="2245" y="947"/>
                </a:cubicBezTo>
                <a:cubicBezTo>
                  <a:pt x="2234" y="952"/>
                  <a:pt x="2222" y="954"/>
                  <a:pt x="2210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920080" y="4862160"/>
            <a:ext cx="829080" cy="343440"/>
          </a:xfrm>
          <a:custGeom>
            <a:avLst/>
            <a:gdLst/>
            <a:ahLst/>
            <a:rect l="0" t="0" r="r" b="b"/>
            <a:pathLst>
              <a:path w="2303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210" y="0"/>
                </a:lnTo>
                <a:cubicBezTo>
                  <a:pt x="2222" y="0"/>
                  <a:pt x="2234" y="3"/>
                  <a:pt x="2245" y="8"/>
                </a:cubicBezTo>
                <a:cubicBezTo>
                  <a:pt x="2257" y="12"/>
                  <a:pt x="2267" y="19"/>
                  <a:pt x="2275" y="28"/>
                </a:cubicBezTo>
                <a:cubicBezTo>
                  <a:pt x="2284" y="36"/>
                  <a:pt x="2291" y="46"/>
                  <a:pt x="2296" y="58"/>
                </a:cubicBezTo>
                <a:cubicBezTo>
                  <a:pt x="2300" y="69"/>
                  <a:pt x="2303" y="81"/>
                  <a:pt x="2303" y="93"/>
                </a:cubicBezTo>
                <a:lnTo>
                  <a:pt x="2303" y="861"/>
                </a:lnTo>
                <a:cubicBezTo>
                  <a:pt x="2303" y="874"/>
                  <a:pt x="2300" y="885"/>
                  <a:pt x="2296" y="897"/>
                </a:cubicBezTo>
                <a:cubicBezTo>
                  <a:pt x="2291" y="908"/>
                  <a:pt x="2284" y="918"/>
                  <a:pt x="2275" y="927"/>
                </a:cubicBezTo>
                <a:cubicBezTo>
                  <a:pt x="2267" y="936"/>
                  <a:pt x="2257" y="942"/>
                  <a:pt x="2245" y="947"/>
                </a:cubicBezTo>
                <a:cubicBezTo>
                  <a:pt x="2234" y="952"/>
                  <a:pt x="2222" y="954"/>
                  <a:pt x="2210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6" y="942"/>
                  <a:pt x="36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656120" y="4920840"/>
            <a:ext cx="1024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WebSockets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9853560" y="4862160"/>
            <a:ext cx="943200" cy="343440"/>
          </a:xfrm>
          <a:custGeom>
            <a:avLst/>
            <a:gdLst/>
            <a:ahLst/>
            <a:rect l="0" t="0" r="r" b="b"/>
            <a:pathLst>
              <a:path w="2620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527" y="0"/>
                </a:lnTo>
                <a:cubicBezTo>
                  <a:pt x="2540" y="0"/>
                  <a:pt x="2552" y="3"/>
                  <a:pt x="2563" y="8"/>
                </a:cubicBezTo>
                <a:cubicBezTo>
                  <a:pt x="2574" y="12"/>
                  <a:pt x="2584" y="19"/>
                  <a:pt x="2593" y="28"/>
                </a:cubicBezTo>
                <a:cubicBezTo>
                  <a:pt x="2602" y="36"/>
                  <a:pt x="2608" y="46"/>
                  <a:pt x="2613" y="58"/>
                </a:cubicBezTo>
                <a:cubicBezTo>
                  <a:pt x="2618" y="69"/>
                  <a:pt x="2620" y="81"/>
                  <a:pt x="2620" y="93"/>
                </a:cubicBezTo>
                <a:lnTo>
                  <a:pt x="2620" y="861"/>
                </a:lnTo>
                <a:cubicBezTo>
                  <a:pt x="2620" y="874"/>
                  <a:pt x="2618" y="885"/>
                  <a:pt x="2613" y="897"/>
                </a:cubicBezTo>
                <a:cubicBezTo>
                  <a:pt x="2608" y="908"/>
                  <a:pt x="2602" y="918"/>
                  <a:pt x="2593" y="927"/>
                </a:cubicBezTo>
                <a:cubicBezTo>
                  <a:pt x="2584" y="936"/>
                  <a:pt x="2574" y="942"/>
                  <a:pt x="2563" y="947"/>
                </a:cubicBezTo>
                <a:cubicBezTo>
                  <a:pt x="2552" y="952"/>
                  <a:pt x="2540" y="954"/>
                  <a:pt x="2527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5" y="942"/>
                  <a:pt x="35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9853560" y="4862160"/>
            <a:ext cx="943200" cy="343440"/>
          </a:xfrm>
          <a:custGeom>
            <a:avLst/>
            <a:gdLst/>
            <a:ahLst/>
            <a:rect l="0" t="0" r="r" b="b"/>
            <a:pathLst>
              <a:path w="2620" h="954">
                <a:moveTo>
                  <a:pt x="0" y="861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527" y="0"/>
                </a:lnTo>
                <a:cubicBezTo>
                  <a:pt x="2540" y="0"/>
                  <a:pt x="2552" y="3"/>
                  <a:pt x="2563" y="8"/>
                </a:cubicBezTo>
                <a:cubicBezTo>
                  <a:pt x="2574" y="12"/>
                  <a:pt x="2584" y="19"/>
                  <a:pt x="2593" y="28"/>
                </a:cubicBezTo>
                <a:cubicBezTo>
                  <a:pt x="2602" y="36"/>
                  <a:pt x="2608" y="46"/>
                  <a:pt x="2613" y="58"/>
                </a:cubicBezTo>
                <a:cubicBezTo>
                  <a:pt x="2618" y="69"/>
                  <a:pt x="2620" y="81"/>
                  <a:pt x="2620" y="93"/>
                </a:cubicBezTo>
                <a:lnTo>
                  <a:pt x="2620" y="861"/>
                </a:lnTo>
                <a:cubicBezTo>
                  <a:pt x="2620" y="874"/>
                  <a:pt x="2618" y="885"/>
                  <a:pt x="2613" y="897"/>
                </a:cubicBezTo>
                <a:cubicBezTo>
                  <a:pt x="2608" y="908"/>
                  <a:pt x="2602" y="918"/>
                  <a:pt x="2593" y="927"/>
                </a:cubicBezTo>
                <a:cubicBezTo>
                  <a:pt x="2584" y="936"/>
                  <a:pt x="2574" y="942"/>
                  <a:pt x="2563" y="947"/>
                </a:cubicBezTo>
                <a:cubicBezTo>
                  <a:pt x="2552" y="952"/>
                  <a:pt x="2540" y="954"/>
                  <a:pt x="2527" y="954"/>
                </a:cubicBezTo>
                <a:lnTo>
                  <a:pt x="92" y="954"/>
                </a:lnTo>
                <a:cubicBezTo>
                  <a:pt x="80" y="954"/>
                  <a:pt x="68" y="952"/>
                  <a:pt x="57" y="947"/>
                </a:cubicBezTo>
                <a:cubicBezTo>
                  <a:pt x="45" y="942"/>
                  <a:pt x="35" y="936"/>
                  <a:pt x="27" y="927"/>
                </a:cubicBezTo>
                <a:cubicBezTo>
                  <a:pt x="18" y="918"/>
                  <a:pt x="11" y="908"/>
                  <a:pt x="7" y="897"/>
                </a:cubicBezTo>
                <a:cubicBezTo>
                  <a:pt x="2" y="885"/>
                  <a:pt x="0" y="874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9016560" y="4920840"/>
            <a:ext cx="615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Docker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766440" y="5310000"/>
            <a:ext cx="724320" cy="343440"/>
          </a:xfrm>
          <a:custGeom>
            <a:avLst/>
            <a:gdLst/>
            <a:ahLst/>
            <a:rect l="0" t="0" r="r" b="b"/>
            <a:pathLst>
              <a:path w="2012" h="954">
                <a:moveTo>
                  <a:pt x="0" y="861"/>
                </a:moveTo>
                <a:lnTo>
                  <a:pt x="0" y="94"/>
                </a:ln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2"/>
                  <a:pt x="81" y="0"/>
                  <a:pt x="93" y="0"/>
                </a:cubicBezTo>
                <a:lnTo>
                  <a:pt x="1920" y="0"/>
                </a:lnTo>
                <a:cubicBezTo>
                  <a:pt x="1932" y="0"/>
                  <a:pt x="1944" y="2"/>
                  <a:pt x="1955" y="8"/>
                </a:cubicBezTo>
                <a:cubicBezTo>
                  <a:pt x="1966" y="13"/>
                  <a:pt x="1976" y="19"/>
                  <a:pt x="1985" y="28"/>
                </a:cubicBezTo>
                <a:cubicBezTo>
                  <a:pt x="1994" y="37"/>
                  <a:pt x="2000" y="47"/>
                  <a:pt x="2005" y="58"/>
                </a:cubicBezTo>
                <a:cubicBezTo>
                  <a:pt x="2010" y="70"/>
                  <a:pt x="2012" y="81"/>
                  <a:pt x="2012" y="94"/>
                </a:cubicBezTo>
                <a:lnTo>
                  <a:pt x="2012" y="861"/>
                </a:lnTo>
                <a:cubicBezTo>
                  <a:pt x="2012" y="873"/>
                  <a:pt x="2010" y="885"/>
                  <a:pt x="2005" y="896"/>
                </a:cubicBezTo>
                <a:cubicBezTo>
                  <a:pt x="2000" y="908"/>
                  <a:pt x="1994" y="918"/>
                  <a:pt x="1985" y="926"/>
                </a:cubicBezTo>
                <a:cubicBezTo>
                  <a:pt x="1976" y="935"/>
                  <a:pt x="1966" y="942"/>
                  <a:pt x="1955" y="946"/>
                </a:cubicBezTo>
                <a:cubicBezTo>
                  <a:pt x="1944" y="951"/>
                  <a:pt x="1932" y="954"/>
                  <a:pt x="1920" y="954"/>
                </a:cubicBezTo>
                <a:lnTo>
                  <a:pt x="93" y="954"/>
                </a:lnTo>
                <a:cubicBezTo>
                  <a:pt x="81" y="954"/>
                  <a:pt x="69" y="951"/>
                  <a:pt x="58" y="946"/>
                </a:cubicBezTo>
                <a:cubicBezTo>
                  <a:pt x="46" y="942"/>
                  <a:pt x="36" y="935"/>
                  <a:pt x="28" y="926"/>
                </a:cubicBezTo>
                <a:cubicBezTo>
                  <a:pt x="19" y="918"/>
                  <a:pt x="12" y="908"/>
                  <a:pt x="7" y="896"/>
                </a:cubicBezTo>
                <a:cubicBezTo>
                  <a:pt x="3" y="885"/>
                  <a:pt x="0" y="873"/>
                  <a:pt x="0" y="861"/>
                </a:cubicBezTo>
                <a:close/>
              </a:path>
            </a:pathLst>
          </a:custGeom>
          <a:solidFill>
            <a:srgbClr val="1313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766440" y="5310000"/>
            <a:ext cx="724320" cy="343440"/>
          </a:xfrm>
          <a:custGeom>
            <a:avLst/>
            <a:gdLst/>
            <a:ahLst/>
            <a:rect l="0" t="0" r="r" b="b"/>
            <a:pathLst>
              <a:path w="2012" h="954">
                <a:moveTo>
                  <a:pt x="0" y="861"/>
                </a:moveTo>
                <a:lnTo>
                  <a:pt x="0" y="94"/>
                </a:ln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2"/>
                  <a:pt x="81" y="0"/>
                  <a:pt x="93" y="0"/>
                </a:cubicBezTo>
                <a:lnTo>
                  <a:pt x="1920" y="0"/>
                </a:lnTo>
                <a:cubicBezTo>
                  <a:pt x="1932" y="0"/>
                  <a:pt x="1944" y="2"/>
                  <a:pt x="1955" y="8"/>
                </a:cubicBezTo>
                <a:cubicBezTo>
                  <a:pt x="1966" y="13"/>
                  <a:pt x="1976" y="19"/>
                  <a:pt x="1985" y="28"/>
                </a:cubicBezTo>
                <a:cubicBezTo>
                  <a:pt x="1994" y="37"/>
                  <a:pt x="2000" y="47"/>
                  <a:pt x="2005" y="58"/>
                </a:cubicBezTo>
                <a:cubicBezTo>
                  <a:pt x="2010" y="70"/>
                  <a:pt x="2012" y="81"/>
                  <a:pt x="2012" y="94"/>
                </a:cubicBezTo>
                <a:lnTo>
                  <a:pt x="2012" y="861"/>
                </a:lnTo>
                <a:cubicBezTo>
                  <a:pt x="2012" y="873"/>
                  <a:pt x="2010" y="885"/>
                  <a:pt x="2005" y="896"/>
                </a:cubicBezTo>
                <a:cubicBezTo>
                  <a:pt x="2000" y="908"/>
                  <a:pt x="1994" y="918"/>
                  <a:pt x="1985" y="926"/>
                </a:cubicBezTo>
                <a:cubicBezTo>
                  <a:pt x="1976" y="935"/>
                  <a:pt x="1966" y="942"/>
                  <a:pt x="1955" y="946"/>
                </a:cubicBezTo>
                <a:cubicBezTo>
                  <a:pt x="1944" y="951"/>
                  <a:pt x="1932" y="954"/>
                  <a:pt x="1920" y="954"/>
                </a:cubicBezTo>
                <a:lnTo>
                  <a:pt x="93" y="954"/>
                </a:lnTo>
                <a:cubicBezTo>
                  <a:pt x="81" y="954"/>
                  <a:pt x="69" y="951"/>
                  <a:pt x="58" y="946"/>
                </a:cubicBezTo>
                <a:cubicBezTo>
                  <a:pt x="46" y="942"/>
                  <a:pt x="36" y="935"/>
                  <a:pt x="28" y="926"/>
                </a:cubicBezTo>
                <a:cubicBezTo>
                  <a:pt x="19" y="918"/>
                  <a:pt x="12" y="908"/>
                  <a:pt x="7" y="896"/>
                </a:cubicBezTo>
                <a:cubicBezTo>
                  <a:pt x="3" y="885"/>
                  <a:pt x="0" y="873"/>
                  <a:pt x="0" y="861"/>
                </a:cubicBezTo>
                <a:close/>
              </a:path>
            </a:pathLst>
          </a:custGeom>
          <a:noFill/>
          <a:ln w="9360">
            <a:solidFill>
              <a:srgbClr val="262626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9954360" y="4920840"/>
            <a:ext cx="717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AWS EC2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66880" y="5368680"/>
            <a:ext cx="512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8A8A8A"/>
                </a:solidFill>
                <a:effectLst/>
                <a:uFillTx/>
                <a:latin typeface="JetBrainsMonoNF"/>
                <a:ea typeface="JetBrainsMonoNF"/>
              </a:rPr>
              <a:t>Caddy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62120" y="330480"/>
            <a:ext cx="197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1F7A48"/>
                </a:solidFill>
                <a:effectLst/>
                <a:uFillTx/>
                <a:latin typeface="JetBrainsMonoNF"/>
                <a:ea typeface="JetBrainsMonoNF"/>
              </a:rPr>
              <a:t>HUMAN_PROTOCOL // v4.02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028520" y="2368440"/>
            <a:ext cx="63882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Frontend</a:t>
            </a:r>
            <a:r>
              <a:rPr lang="en-US" sz="21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 — Next.js export estático en </a:t>
            </a:r>
            <a:r>
              <a:rPr lang="en-US" sz="21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GitHub Pages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62120" y="2347200"/>
            <a:ext cx="266400" cy="35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028520" y="2863800"/>
            <a:ext cx="8909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Backend</a:t>
            </a:r>
            <a:r>
              <a:rPr lang="en-US" sz="21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 — FastAPI + MediaPipe en contenedor, </a:t>
            </a:r>
            <a:r>
              <a:rPr lang="en-US" sz="21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AWS EC2</a:t>
            </a:r>
            <a:r>
              <a:rPr lang="en-US" sz="21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 + Caddy (TLS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028520" y="3263760"/>
            <a:ext cx="139428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automático)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62120" y="2842560"/>
            <a:ext cx="266400" cy="35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028520" y="3759120"/>
            <a:ext cx="9368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Transporte</a:t>
            </a:r>
            <a:r>
              <a:rPr lang="en-US" sz="21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 — un WebSocket manda frames de la cámara y recibe la escalada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62120" y="3737880"/>
            <a:ext cx="266400" cy="35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028520" y="4254480"/>
            <a:ext cx="7694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3DDC84"/>
                </a:solidFill>
                <a:effectLst/>
                <a:uFillTx/>
                <a:latin typeface="Arial"/>
                <a:ea typeface="Arial"/>
              </a:rPr>
              <a:t>Estado</a:t>
            </a:r>
            <a:r>
              <a:rPr lang="en-US" sz="2100" b="0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 — sin base de datos: todo vive en memoria por conexión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62120" y="4233240"/>
            <a:ext cx="266400" cy="35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983760" y="2253960"/>
            <a:ext cx="2868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3DDC84"/>
                </a:solidFill>
                <a:effectLst/>
                <a:uFillTx/>
                <a:latin typeface="JetBrainsMonoNF"/>
                <a:ea typeface="JetBrainsMonoNF"/>
              </a:rPr>
              <a:t>RESULTADO DE LA VERIFICACIÓN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368800" y="2644920"/>
            <a:ext cx="7683480" cy="63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500" b="1" u="none" strike="noStrike">
                <a:solidFill>
                  <a:srgbClr val="EDEDED"/>
                </a:solidFill>
                <a:effectLst/>
                <a:uFillTx/>
                <a:latin typeface="Arial"/>
                <a:ea typeface="Arial"/>
              </a:rPr>
              <a:t>HUMANO </a:t>
            </a:r>
            <a:r>
              <a:rPr lang="en-US" sz="4500" b="1" u="none" strike="noStrike">
                <a:solidFill>
                  <a:srgbClr val="B23B3B"/>
                </a:solidFill>
                <a:effectLst/>
                <a:uFillTx/>
                <a:latin typeface="Arial"/>
                <a:ea typeface="Arial"/>
              </a:rPr>
              <a:t>NO CONFIRMADO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97476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381200" y="346932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47408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880880" y="346932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97340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380200" y="346932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75332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00320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410000" y="344088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450252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4909320" y="344088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00184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408640" y="344088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78176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03164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4438440" y="346932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53096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937760" y="346932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03064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437080" y="346932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781056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00320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410000" y="349776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50252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909320" y="349776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00184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408640" y="349776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78176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03164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438440" y="349776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53096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937760" y="349776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03064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437080" y="349776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81056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97476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4381200" y="349776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47408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880880" y="349776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97340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5380200" y="349776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753320" y="34905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03164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438440" y="344088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53096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937760" y="344088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503064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437080" y="344088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81056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97476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381200" y="344088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47408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880880" y="344088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97340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380200" y="344088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753320" y="343332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000000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400320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410000" y="346932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50252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🐶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909320" y="3469320"/>
            <a:ext cx="32364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00184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408640" y="3469320"/>
            <a:ext cx="2345400" cy="36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TODO BIEN   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781760" y="3461760"/>
            <a:ext cx="4050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5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🔥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174200" y="4029840"/>
            <a:ext cx="3726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Bienvenido a la gobernanza algorítmica.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310640" y="4344120"/>
            <a:ext cx="3470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8A8A8A"/>
                </a:solidFill>
                <a:effectLst/>
                <a:uFillTx/>
                <a:latin typeface="Arial"/>
                <a:ea typeface="Arial"/>
              </a:rPr>
              <a:t>github.com/LorenGrz/HumanDetector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62120" y="330480"/>
            <a:ext cx="197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0" u="none" strike="noStrike">
                <a:solidFill>
                  <a:srgbClr val="1F7A48"/>
                </a:solidFill>
                <a:effectLst/>
                <a:uFillTx/>
                <a:latin typeface="JetBrainsMonoNF"/>
                <a:ea typeface="JetBrainsMonoNF"/>
              </a:rPr>
              <a:t>HUMAN_PROTOCOL // v4.02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