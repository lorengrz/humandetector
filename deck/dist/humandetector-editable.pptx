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762120" y="2520720"/>
            <a:ext cx="15368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LEVANTÁ LA MANO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762120" y="2918160"/>
            <a:ext cx="6798960" cy="937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6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¿SOS </a:t>
            </a:r>
            <a:r>
              <a:rPr lang="en-US" sz="66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HUMANO</a:t>
            </a:r>
            <a:r>
              <a:rPr lang="en-US" sz="66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?</a:t>
            </a:r>
            <a:endParaRPr lang="en-US" sz="6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762120" y="4077720"/>
            <a:ext cx="643068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Cada vez te lo van a preguntar más seguido. Y con menos paciencia.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3328200" y="2243160"/>
            <a:ext cx="5535720" cy="1496880"/>
          </a:xfrm>
          <a:custGeom>
            <a:avLst/>
            <a:gdLst/>
            <a:ahLst/>
            <a:rect l="0" t="0" r="r" b="b"/>
            <a:pathLst>
              <a:path w="15377" h="4158">
                <a:moveTo>
                  <a:pt x="914" y="887"/>
                </a:moveTo>
                <a:lnTo>
                  <a:pt x="914" y="2951"/>
                </a:lnTo>
                <a:cubicBezTo>
                  <a:pt x="914" y="2987"/>
                  <a:pt x="927" y="3018"/>
                  <a:pt x="953" y="3044"/>
                </a:cubicBezTo>
                <a:cubicBezTo>
                  <a:pt x="979" y="3070"/>
                  <a:pt x="1010" y="3083"/>
                  <a:pt x="1047" y="3083"/>
                </a:cubicBezTo>
                <a:lnTo>
                  <a:pt x="14330" y="3083"/>
                </a:lnTo>
                <a:cubicBezTo>
                  <a:pt x="14366" y="3083"/>
                  <a:pt x="14398" y="3070"/>
                  <a:pt x="14423" y="3044"/>
                </a:cubicBezTo>
                <a:cubicBezTo>
                  <a:pt x="14449" y="3018"/>
                  <a:pt x="14462" y="2987"/>
                  <a:pt x="14462" y="2951"/>
                </a:cubicBezTo>
                <a:lnTo>
                  <a:pt x="14462" y="887"/>
                </a:lnTo>
                <a:cubicBezTo>
                  <a:pt x="14462" y="850"/>
                  <a:pt x="14449" y="819"/>
                  <a:pt x="14423" y="793"/>
                </a:cubicBezTo>
                <a:cubicBezTo>
                  <a:pt x="14398" y="767"/>
                  <a:pt x="14366" y="754"/>
                  <a:pt x="14330" y="754"/>
                </a:cubicBezTo>
                <a:lnTo>
                  <a:pt x="1047" y="754"/>
                </a:lnTo>
                <a:cubicBezTo>
                  <a:pt x="1010" y="754"/>
                  <a:pt x="979" y="767"/>
                  <a:pt x="953" y="793"/>
                </a:cubicBezTo>
                <a:cubicBezTo>
                  <a:pt x="927" y="819"/>
                  <a:pt x="914" y="850"/>
                  <a:pt x="914" y="887"/>
                </a:cubicBezTo>
                <a:moveTo>
                  <a:pt x="0" y="0"/>
                </a:moveTo>
                <a:lnTo>
                  <a:pt x="15377" y="0"/>
                </a:lnTo>
                <a:lnTo>
                  <a:pt x="15377" y="4158"/>
                </a:lnTo>
                <a:lnTo>
                  <a:pt x="0" y="415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5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3652560" y="2509560"/>
            <a:ext cx="4886640" cy="848160"/>
          </a:xfrm>
          <a:custGeom>
            <a:avLst/>
            <a:gdLst/>
            <a:ahLst/>
            <a:rect l="0" t="0" r="r" b="b"/>
            <a:pathLst>
              <a:path w="13574" h="2356">
                <a:moveTo>
                  <a:pt x="0" y="221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3429" y="0"/>
                </a:lnTo>
                <a:cubicBezTo>
                  <a:pt x="13438" y="0"/>
                  <a:pt x="13448" y="1"/>
                  <a:pt x="13457" y="3"/>
                </a:cubicBezTo>
                <a:cubicBezTo>
                  <a:pt x="13467" y="5"/>
                  <a:pt x="13476" y="8"/>
                  <a:pt x="13485" y="11"/>
                </a:cubicBezTo>
                <a:cubicBezTo>
                  <a:pt x="13493" y="15"/>
                  <a:pt x="13502" y="19"/>
                  <a:pt x="13510" y="25"/>
                </a:cubicBezTo>
                <a:cubicBezTo>
                  <a:pt x="13518" y="30"/>
                  <a:pt x="13525" y="36"/>
                  <a:pt x="13532" y="43"/>
                </a:cubicBezTo>
                <a:cubicBezTo>
                  <a:pt x="13539" y="50"/>
                  <a:pt x="13545" y="57"/>
                  <a:pt x="13550" y="65"/>
                </a:cubicBezTo>
                <a:cubicBezTo>
                  <a:pt x="13555" y="73"/>
                  <a:pt x="13560" y="81"/>
                  <a:pt x="13563" y="90"/>
                </a:cubicBezTo>
                <a:cubicBezTo>
                  <a:pt x="13567" y="99"/>
                  <a:pt x="13570" y="108"/>
                  <a:pt x="13572" y="117"/>
                </a:cubicBezTo>
                <a:cubicBezTo>
                  <a:pt x="13573" y="127"/>
                  <a:pt x="13574" y="136"/>
                  <a:pt x="13574" y="146"/>
                </a:cubicBezTo>
                <a:lnTo>
                  <a:pt x="13574" y="2211"/>
                </a:lnTo>
                <a:cubicBezTo>
                  <a:pt x="13574" y="2220"/>
                  <a:pt x="13573" y="2230"/>
                  <a:pt x="13572" y="2239"/>
                </a:cubicBezTo>
                <a:cubicBezTo>
                  <a:pt x="13570" y="2248"/>
                  <a:pt x="13567" y="2257"/>
                  <a:pt x="13563" y="2266"/>
                </a:cubicBezTo>
                <a:cubicBezTo>
                  <a:pt x="13560" y="2275"/>
                  <a:pt x="13555" y="2283"/>
                  <a:pt x="13550" y="2291"/>
                </a:cubicBezTo>
                <a:cubicBezTo>
                  <a:pt x="13545" y="2299"/>
                  <a:pt x="13539" y="2307"/>
                  <a:pt x="13532" y="2313"/>
                </a:cubicBezTo>
                <a:cubicBezTo>
                  <a:pt x="13525" y="2320"/>
                  <a:pt x="13518" y="2326"/>
                  <a:pt x="13510" y="2332"/>
                </a:cubicBezTo>
                <a:cubicBezTo>
                  <a:pt x="13502" y="2337"/>
                  <a:pt x="13493" y="2341"/>
                  <a:pt x="13485" y="2345"/>
                </a:cubicBezTo>
                <a:cubicBezTo>
                  <a:pt x="13476" y="2349"/>
                  <a:pt x="13467" y="2351"/>
                  <a:pt x="13457" y="2353"/>
                </a:cubicBezTo>
                <a:cubicBezTo>
                  <a:pt x="13448" y="2355"/>
                  <a:pt x="13438" y="2356"/>
                  <a:pt x="13429" y="2356"/>
                </a:cubicBezTo>
                <a:lnTo>
                  <a:pt x="146" y="2356"/>
                </a:lnTo>
                <a:cubicBezTo>
                  <a:pt x="136" y="2356"/>
                  <a:pt x="127" y="2355"/>
                  <a:pt x="117" y="2353"/>
                </a:cubicBezTo>
                <a:cubicBezTo>
                  <a:pt x="108" y="2351"/>
                  <a:pt x="99" y="2349"/>
                  <a:pt x="90" y="2345"/>
                </a:cubicBezTo>
                <a:cubicBezTo>
                  <a:pt x="81" y="2341"/>
                  <a:pt x="73" y="2337"/>
                  <a:pt x="65" y="2332"/>
                </a:cubicBezTo>
                <a:cubicBezTo>
                  <a:pt x="57" y="2326"/>
                  <a:pt x="50" y="2320"/>
                  <a:pt x="43" y="2313"/>
                </a:cubicBezTo>
                <a:cubicBezTo>
                  <a:pt x="36" y="2307"/>
                  <a:pt x="30" y="2299"/>
                  <a:pt x="25" y="2291"/>
                </a:cubicBezTo>
                <a:cubicBezTo>
                  <a:pt x="19" y="2283"/>
                  <a:pt x="15" y="2275"/>
                  <a:pt x="11" y="2266"/>
                </a:cubicBezTo>
                <a:cubicBezTo>
                  <a:pt x="8" y="2257"/>
                  <a:pt x="5" y="2248"/>
                  <a:pt x="3" y="2239"/>
                </a:cubicBezTo>
                <a:cubicBezTo>
                  <a:pt x="1" y="2230"/>
                  <a:pt x="0" y="2220"/>
                  <a:pt x="0" y="2211"/>
                </a:cubicBezTo>
                <a:close/>
              </a:path>
            </a:pathLst>
          </a:custGeom>
          <a:solidFill>
            <a:srgbClr val="F7F7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3652560" y="2509560"/>
            <a:ext cx="4886640" cy="848160"/>
          </a:xfrm>
          <a:custGeom>
            <a:avLst/>
            <a:gdLst/>
            <a:ahLst/>
            <a:rect l="0" t="0" r="r" b="b"/>
            <a:pathLst>
              <a:path w="13574" h="2356">
                <a:moveTo>
                  <a:pt x="0" y="221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3429" y="0"/>
                </a:lnTo>
                <a:cubicBezTo>
                  <a:pt x="13438" y="0"/>
                  <a:pt x="13448" y="1"/>
                  <a:pt x="13457" y="3"/>
                </a:cubicBezTo>
                <a:cubicBezTo>
                  <a:pt x="13467" y="5"/>
                  <a:pt x="13476" y="8"/>
                  <a:pt x="13485" y="11"/>
                </a:cubicBezTo>
                <a:cubicBezTo>
                  <a:pt x="13493" y="15"/>
                  <a:pt x="13502" y="19"/>
                  <a:pt x="13510" y="25"/>
                </a:cubicBezTo>
                <a:cubicBezTo>
                  <a:pt x="13518" y="30"/>
                  <a:pt x="13525" y="36"/>
                  <a:pt x="13532" y="43"/>
                </a:cubicBezTo>
                <a:cubicBezTo>
                  <a:pt x="13539" y="50"/>
                  <a:pt x="13545" y="57"/>
                  <a:pt x="13550" y="65"/>
                </a:cubicBezTo>
                <a:cubicBezTo>
                  <a:pt x="13555" y="73"/>
                  <a:pt x="13560" y="81"/>
                  <a:pt x="13563" y="90"/>
                </a:cubicBezTo>
                <a:cubicBezTo>
                  <a:pt x="13567" y="99"/>
                  <a:pt x="13570" y="108"/>
                  <a:pt x="13572" y="117"/>
                </a:cubicBezTo>
                <a:cubicBezTo>
                  <a:pt x="13573" y="127"/>
                  <a:pt x="13574" y="136"/>
                  <a:pt x="13574" y="146"/>
                </a:cubicBezTo>
                <a:lnTo>
                  <a:pt x="13574" y="2211"/>
                </a:lnTo>
                <a:cubicBezTo>
                  <a:pt x="13574" y="2220"/>
                  <a:pt x="13573" y="2230"/>
                  <a:pt x="13572" y="2239"/>
                </a:cubicBezTo>
                <a:cubicBezTo>
                  <a:pt x="13570" y="2248"/>
                  <a:pt x="13567" y="2257"/>
                  <a:pt x="13563" y="2266"/>
                </a:cubicBezTo>
                <a:cubicBezTo>
                  <a:pt x="13560" y="2275"/>
                  <a:pt x="13555" y="2283"/>
                  <a:pt x="13550" y="2291"/>
                </a:cubicBezTo>
                <a:cubicBezTo>
                  <a:pt x="13545" y="2299"/>
                  <a:pt x="13539" y="2307"/>
                  <a:pt x="13532" y="2313"/>
                </a:cubicBezTo>
                <a:cubicBezTo>
                  <a:pt x="13525" y="2320"/>
                  <a:pt x="13518" y="2326"/>
                  <a:pt x="13510" y="2332"/>
                </a:cubicBezTo>
                <a:cubicBezTo>
                  <a:pt x="13502" y="2337"/>
                  <a:pt x="13493" y="2341"/>
                  <a:pt x="13485" y="2345"/>
                </a:cubicBezTo>
                <a:cubicBezTo>
                  <a:pt x="13476" y="2349"/>
                  <a:pt x="13467" y="2351"/>
                  <a:pt x="13457" y="2353"/>
                </a:cubicBezTo>
                <a:cubicBezTo>
                  <a:pt x="13448" y="2355"/>
                  <a:pt x="13438" y="2356"/>
                  <a:pt x="13429" y="2356"/>
                </a:cubicBezTo>
                <a:lnTo>
                  <a:pt x="146" y="2356"/>
                </a:lnTo>
                <a:cubicBezTo>
                  <a:pt x="136" y="2356"/>
                  <a:pt x="127" y="2355"/>
                  <a:pt x="117" y="2353"/>
                </a:cubicBezTo>
                <a:cubicBezTo>
                  <a:pt x="108" y="2351"/>
                  <a:pt x="99" y="2349"/>
                  <a:pt x="90" y="2345"/>
                </a:cubicBezTo>
                <a:cubicBezTo>
                  <a:pt x="81" y="2341"/>
                  <a:pt x="73" y="2337"/>
                  <a:pt x="65" y="2332"/>
                </a:cubicBezTo>
                <a:cubicBezTo>
                  <a:pt x="57" y="2326"/>
                  <a:pt x="50" y="2320"/>
                  <a:pt x="43" y="2313"/>
                </a:cubicBezTo>
                <a:cubicBezTo>
                  <a:pt x="36" y="2307"/>
                  <a:pt x="30" y="2299"/>
                  <a:pt x="25" y="2291"/>
                </a:cubicBezTo>
                <a:cubicBezTo>
                  <a:pt x="19" y="2283"/>
                  <a:pt x="15" y="2275"/>
                  <a:pt x="11" y="2266"/>
                </a:cubicBezTo>
                <a:cubicBezTo>
                  <a:pt x="8" y="2257"/>
                  <a:pt x="5" y="2248"/>
                  <a:pt x="3" y="2239"/>
                </a:cubicBezTo>
                <a:cubicBezTo>
                  <a:pt x="1" y="2230"/>
                  <a:pt x="0" y="2220"/>
                  <a:pt x="0" y="2211"/>
                </a:cubicBezTo>
                <a:close/>
              </a:path>
            </a:pathLst>
          </a:custGeom>
          <a:noFill/>
          <a:ln w="9360">
            <a:solidFill>
              <a:srgbClr val="C9C9C9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2883960" y="1779120"/>
            <a:ext cx="635256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Verificar tu humanidad ya es rutina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4514760" y="2802960"/>
            <a:ext cx="16146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202124"/>
                </a:solidFill>
                <a:effectLst/>
                <a:uFillTx/>
                <a:latin typeface="Arial"/>
                <a:ea typeface="Arial"/>
              </a:rPr>
              <a:t>No soy un robot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7247160" y="2757600"/>
            <a:ext cx="8899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1" u="none" strike="noStrike">
                <a:solidFill>
                  <a:srgbClr val="5F6368"/>
                </a:solidFill>
                <a:effectLst/>
                <a:uFillTx/>
                <a:latin typeface="Arial"/>
                <a:ea typeface="Arial"/>
              </a:rPr>
              <a:t>reCAPTCHA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7121160" y="2982600"/>
            <a:ext cx="1112400" cy="12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9AA0A6"/>
                </a:solidFill>
                <a:effectLst/>
                <a:uFillTx/>
                <a:latin typeface="Arial"/>
                <a:ea typeface="Arial"/>
              </a:rPr>
              <a:t>Privacidad · Términos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2077560" y="3610800"/>
            <a:ext cx="778500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Semáforos, bicicletas, "seleccioná todas las imágenes con un colectivo". Un trámite.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402000" y="4265280"/>
            <a:ext cx="531540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¿Y si dejara de ser un trámite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839040" y="4722480"/>
            <a:ext cx="444744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y pasara a ser un </a:t>
            </a:r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juicio</a:t>
            </a:r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?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3914640" y="27334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0" y="1059"/>
                </a:move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0" y="21"/>
                  <a:pt x="15" y="16"/>
                </a:cubicBezTo>
                <a:cubicBezTo>
                  <a:pt x="20" y="11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1059" y="0"/>
                </a:lnTo>
                <a:cubicBezTo>
                  <a:pt x="1066" y="0"/>
                  <a:pt x="1073" y="1"/>
                  <a:pt x="1079" y="4"/>
                </a:cubicBezTo>
                <a:cubicBezTo>
                  <a:pt x="1086" y="7"/>
                  <a:pt x="1092" y="11"/>
                  <a:pt x="1097" y="16"/>
                </a:cubicBezTo>
                <a:cubicBezTo>
                  <a:pt x="1102" y="21"/>
                  <a:pt x="1105" y="26"/>
                  <a:pt x="1108" y="33"/>
                </a:cubicBezTo>
                <a:cubicBezTo>
                  <a:pt x="1111" y="39"/>
                  <a:pt x="1112" y="46"/>
                  <a:pt x="1112" y="53"/>
                </a:cubicBezTo>
                <a:lnTo>
                  <a:pt x="1112" y="1059"/>
                </a:lnTo>
                <a:cubicBezTo>
                  <a:pt x="1112" y="1066"/>
                  <a:pt x="1111" y="1073"/>
                  <a:pt x="1108" y="1080"/>
                </a:cubicBezTo>
                <a:cubicBezTo>
                  <a:pt x="1105" y="1086"/>
                  <a:pt x="1102" y="1092"/>
                  <a:pt x="1097" y="1097"/>
                </a:cubicBezTo>
                <a:cubicBezTo>
                  <a:pt x="1092" y="1102"/>
                  <a:pt x="1086" y="1106"/>
                  <a:pt x="1079" y="1108"/>
                </a:cubicBezTo>
                <a:cubicBezTo>
                  <a:pt x="1073" y="1111"/>
                  <a:pt x="1066" y="1112"/>
                  <a:pt x="1059" y="1112"/>
                </a:cubicBezTo>
                <a:lnTo>
                  <a:pt x="53" y="1112"/>
                </a:lnTo>
                <a:cubicBezTo>
                  <a:pt x="46" y="1112"/>
                  <a:pt x="39" y="1111"/>
                  <a:pt x="33" y="1108"/>
                </a:cubicBezTo>
                <a:cubicBezTo>
                  <a:pt x="26" y="1106"/>
                  <a:pt x="20" y="1102"/>
                  <a:pt x="15" y="1097"/>
                </a:cubicBezTo>
                <a:cubicBezTo>
                  <a:pt x="10" y="1092"/>
                  <a:pt x="7" y="1086"/>
                  <a:pt x="4" y="1080"/>
                </a:cubicBezTo>
                <a:cubicBezTo>
                  <a:pt x="1" y="1073"/>
                  <a:pt x="0" y="1066"/>
                  <a:pt x="0" y="105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3914640" y="27334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0" y="1059"/>
                </a:move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0" y="21"/>
                  <a:pt x="15" y="16"/>
                </a:cubicBezTo>
                <a:cubicBezTo>
                  <a:pt x="20" y="11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1059" y="0"/>
                </a:lnTo>
                <a:cubicBezTo>
                  <a:pt x="1066" y="0"/>
                  <a:pt x="1073" y="1"/>
                  <a:pt x="1079" y="4"/>
                </a:cubicBezTo>
                <a:cubicBezTo>
                  <a:pt x="1086" y="7"/>
                  <a:pt x="1092" y="11"/>
                  <a:pt x="1097" y="16"/>
                </a:cubicBezTo>
                <a:cubicBezTo>
                  <a:pt x="1102" y="21"/>
                  <a:pt x="1105" y="26"/>
                  <a:pt x="1108" y="33"/>
                </a:cubicBezTo>
                <a:cubicBezTo>
                  <a:pt x="1111" y="39"/>
                  <a:pt x="1112" y="46"/>
                  <a:pt x="1112" y="53"/>
                </a:cubicBezTo>
                <a:lnTo>
                  <a:pt x="1112" y="1059"/>
                </a:lnTo>
                <a:cubicBezTo>
                  <a:pt x="1112" y="1066"/>
                  <a:pt x="1111" y="1073"/>
                  <a:pt x="1108" y="1080"/>
                </a:cubicBezTo>
                <a:cubicBezTo>
                  <a:pt x="1105" y="1086"/>
                  <a:pt x="1102" y="1092"/>
                  <a:pt x="1097" y="1097"/>
                </a:cubicBezTo>
                <a:cubicBezTo>
                  <a:pt x="1092" y="1102"/>
                  <a:pt x="1086" y="1106"/>
                  <a:pt x="1079" y="1108"/>
                </a:cubicBezTo>
                <a:cubicBezTo>
                  <a:pt x="1073" y="1111"/>
                  <a:pt x="1066" y="1112"/>
                  <a:pt x="1059" y="1112"/>
                </a:cubicBezTo>
                <a:lnTo>
                  <a:pt x="53" y="1112"/>
                </a:lnTo>
                <a:cubicBezTo>
                  <a:pt x="46" y="1112"/>
                  <a:pt x="39" y="1111"/>
                  <a:pt x="33" y="1108"/>
                </a:cubicBezTo>
                <a:cubicBezTo>
                  <a:pt x="26" y="1106"/>
                  <a:pt x="20" y="1102"/>
                  <a:pt x="15" y="1097"/>
                </a:cubicBezTo>
                <a:cubicBezTo>
                  <a:pt x="10" y="1092"/>
                  <a:pt x="7" y="1086"/>
                  <a:pt x="4" y="1080"/>
                </a:cubicBezTo>
                <a:cubicBezTo>
                  <a:pt x="1" y="1073"/>
                  <a:pt x="0" y="1066"/>
                  <a:pt x="0" y="1059"/>
                </a:cubicBezTo>
                <a:close/>
              </a:path>
            </a:pathLst>
          </a:custGeom>
          <a:noFill/>
          <a:ln w="18720">
            <a:solidFill>
              <a:srgbClr val="DD3333"/>
            </a:solidFill>
            <a:miter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3990960" y="2640240"/>
            <a:ext cx="418680" cy="46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00" b="1" u="none" strike="noStrike">
                <a:solidFill>
                  <a:srgbClr val="DD3333"/>
                </a:solidFill>
                <a:effectLst/>
                <a:uFillTx/>
                <a:latin typeface="Arial"/>
                <a:ea typeface="Arial"/>
              </a:rPr>
              <a:t>×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1809720" y="1838160"/>
            <a:ext cx="1143360" cy="1238760"/>
          </a:xfrm>
          <a:custGeom>
            <a:avLst/>
            <a:gdLst/>
            <a:ahLst/>
            <a:rect l="0" t="0" r="r" b="b"/>
            <a:pathLst>
              <a:path w="3176" h="3441">
                <a:moveTo>
                  <a:pt x="0" y="0"/>
                </a:moveTo>
                <a:lnTo>
                  <a:pt x="3176" y="0"/>
                </a:lnTo>
                <a:lnTo>
                  <a:pt x="3176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1A0F0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1809720" y="1838160"/>
            <a:ext cx="38160" cy="1238760"/>
          </a:xfrm>
          <a:custGeom>
            <a:avLst/>
            <a:gdLst/>
            <a:ahLst/>
            <a:rect l="0" t="0" r="r" b="b"/>
            <a:pathLst>
              <a:path w="106" h="3441">
                <a:moveTo>
                  <a:pt x="0" y="0"/>
                </a:moveTo>
                <a:lnTo>
                  <a:pt x="106" y="0"/>
                </a:lnTo>
                <a:lnTo>
                  <a:pt x="106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B23B3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62120" y="849960"/>
            <a:ext cx="5390640" cy="809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57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HumanDetector</a:t>
            </a:r>
            <a:endParaRPr lang="en-US" sz="5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2990520" y="1838160"/>
            <a:ext cx="7391880" cy="1238760"/>
          </a:xfrm>
          <a:custGeom>
            <a:avLst/>
            <a:gdLst/>
            <a:ahLst/>
            <a:rect l="0" t="0" r="r" b="b"/>
            <a:pathLst>
              <a:path w="20533" h="3441">
                <a:moveTo>
                  <a:pt x="0" y="0"/>
                </a:moveTo>
                <a:lnTo>
                  <a:pt x="20533" y="0"/>
                </a:lnTo>
                <a:lnTo>
                  <a:pt x="20533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2A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2990520" y="1838160"/>
            <a:ext cx="38520" cy="1238760"/>
          </a:xfrm>
          <a:custGeom>
            <a:avLst/>
            <a:gdLst/>
            <a:ahLst/>
            <a:rect l="0" t="0" r="r" b="b"/>
            <a:pathLst>
              <a:path w="107" h="3441">
                <a:moveTo>
                  <a:pt x="0" y="0"/>
                </a:moveTo>
                <a:lnTo>
                  <a:pt x="107" y="0"/>
                </a:lnTo>
                <a:lnTo>
                  <a:pt x="107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B23B3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2042280" y="2117520"/>
            <a:ext cx="712440" cy="671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500" b="0" u="none" strike="noStrike">
                <a:solidFill>
                  <a:srgbClr val="EDEDED"/>
                </a:solidFill>
                <a:effectLst/>
                <a:uFillTx/>
                <a:latin typeface="NotoColorEmoji"/>
                <a:ea typeface="NotoColorEmoji"/>
              </a:rPr>
              <a:t>🙅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1809720" y="3114360"/>
            <a:ext cx="1143360" cy="1238760"/>
          </a:xfrm>
          <a:custGeom>
            <a:avLst/>
            <a:gdLst/>
            <a:ahLst/>
            <a:rect l="0" t="0" r="r" b="b"/>
            <a:pathLst>
              <a:path w="3176" h="3441">
                <a:moveTo>
                  <a:pt x="0" y="0"/>
                </a:moveTo>
                <a:lnTo>
                  <a:pt x="3176" y="0"/>
                </a:lnTo>
                <a:lnTo>
                  <a:pt x="3176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0F1A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1809720" y="3114360"/>
            <a:ext cx="38160" cy="1238760"/>
          </a:xfrm>
          <a:custGeom>
            <a:avLst/>
            <a:gdLst/>
            <a:ahLst/>
            <a:rect l="0" t="0" r="r" b="b"/>
            <a:pathLst>
              <a:path w="106" h="3441">
                <a:moveTo>
                  <a:pt x="0" y="0"/>
                </a:moveTo>
                <a:lnTo>
                  <a:pt x="106" y="0"/>
                </a:lnTo>
                <a:lnTo>
                  <a:pt x="106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3DDC8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3276720" y="2319120"/>
            <a:ext cx="38084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"Marcá la casilla: no soy un robot."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2990520" y="3114360"/>
            <a:ext cx="7391880" cy="1238760"/>
          </a:xfrm>
          <a:custGeom>
            <a:avLst/>
            <a:gdLst/>
            <a:ahLst/>
            <a:rect l="0" t="0" r="r" b="b"/>
            <a:pathLst>
              <a:path w="20533" h="3441">
                <a:moveTo>
                  <a:pt x="0" y="0"/>
                </a:moveTo>
                <a:lnTo>
                  <a:pt x="20533" y="0"/>
                </a:lnTo>
                <a:lnTo>
                  <a:pt x="20533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1224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2990520" y="3114360"/>
            <a:ext cx="38520" cy="1238760"/>
          </a:xfrm>
          <a:custGeom>
            <a:avLst/>
            <a:gdLst/>
            <a:ahLst/>
            <a:rect l="0" t="0" r="r" b="b"/>
            <a:pathLst>
              <a:path w="107" h="3441">
                <a:moveTo>
                  <a:pt x="0" y="0"/>
                </a:moveTo>
                <a:lnTo>
                  <a:pt x="107" y="0"/>
                </a:lnTo>
                <a:lnTo>
                  <a:pt x="107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3DDC8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2042280" y="3394080"/>
            <a:ext cx="712440" cy="671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500" b="0" u="none" strike="noStrike">
                <a:solidFill>
                  <a:srgbClr val="EAFFF2"/>
                </a:solidFill>
                <a:effectLst/>
                <a:uFillTx/>
                <a:latin typeface="NotoColorEmoji"/>
                <a:ea typeface="NotoColorEmoji"/>
              </a:rPr>
              <a:t>🙆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76720" y="3595320"/>
            <a:ext cx="3877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AFFF2"/>
                </a:solidFill>
                <a:effectLst/>
                <a:uFillTx/>
                <a:latin typeface="Arial"/>
                <a:ea typeface="Arial"/>
              </a:rPr>
              <a:t>"Demostralo. Con la cara. En vivo."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2187720" y="4636800"/>
            <a:ext cx="770760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Un sistema que te </a:t>
            </a:r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presiona</a:t>
            </a:r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a demostrar tu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626120" y="5094000"/>
            <a:ext cx="882864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humanidad — en un mundo donde cada vez más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4583160" y="5551200"/>
            <a:ext cx="298620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nos reemplazan.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766440" y="1433160"/>
            <a:ext cx="10658880" cy="734040"/>
          </a:xfrm>
          <a:custGeom>
            <a:avLst/>
            <a:gdLst/>
            <a:ahLst/>
            <a:rect l="0" t="0" r="r" b="b"/>
            <a:pathLst>
              <a:path w="29608" h="2039">
                <a:moveTo>
                  <a:pt x="0" y="1840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0" y="111"/>
                  <a:pt x="27" y="100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2"/>
                  <a:pt x="29449" y="4"/>
                </a:cubicBezTo>
                <a:cubicBezTo>
                  <a:pt x="29461" y="7"/>
                  <a:pt x="29474" y="11"/>
                  <a:pt x="29486" y="16"/>
                </a:cubicBezTo>
                <a:cubicBezTo>
                  <a:pt x="29498" y="21"/>
                  <a:pt x="29509" y="27"/>
                  <a:pt x="29520" y="34"/>
                </a:cubicBezTo>
                <a:cubicBezTo>
                  <a:pt x="29531" y="41"/>
                  <a:pt x="29541" y="49"/>
                  <a:pt x="29550" y="59"/>
                </a:cubicBezTo>
                <a:cubicBezTo>
                  <a:pt x="29559" y="68"/>
                  <a:pt x="29568" y="78"/>
                  <a:pt x="29575" y="89"/>
                </a:cubicBezTo>
                <a:cubicBezTo>
                  <a:pt x="29582" y="100"/>
                  <a:pt x="29588" y="111"/>
                  <a:pt x="29593" y="123"/>
                </a:cubicBezTo>
                <a:cubicBezTo>
                  <a:pt x="29598" y="135"/>
                  <a:pt x="29602" y="147"/>
                  <a:pt x="29604" y="160"/>
                </a:cubicBezTo>
                <a:cubicBezTo>
                  <a:pt x="29607" y="173"/>
                  <a:pt x="29608" y="186"/>
                  <a:pt x="29608" y="199"/>
                </a:cubicBezTo>
                <a:lnTo>
                  <a:pt x="29608" y="1840"/>
                </a:lnTo>
                <a:cubicBezTo>
                  <a:pt x="29608" y="1853"/>
                  <a:pt x="29607" y="1866"/>
                  <a:pt x="29604" y="1879"/>
                </a:cubicBezTo>
                <a:cubicBezTo>
                  <a:pt x="29602" y="1892"/>
                  <a:pt x="29598" y="1904"/>
                  <a:pt x="29593" y="1916"/>
                </a:cubicBezTo>
                <a:cubicBezTo>
                  <a:pt x="29588" y="1928"/>
                  <a:pt x="29582" y="1940"/>
                  <a:pt x="29575" y="1951"/>
                </a:cubicBezTo>
                <a:cubicBezTo>
                  <a:pt x="29568" y="1961"/>
                  <a:pt x="29559" y="1971"/>
                  <a:pt x="29550" y="1981"/>
                </a:cubicBezTo>
                <a:cubicBezTo>
                  <a:pt x="29541" y="1990"/>
                  <a:pt x="29531" y="1998"/>
                  <a:pt x="29520" y="2005"/>
                </a:cubicBezTo>
                <a:cubicBezTo>
                  <a:pt x="29509" y="2013"/>
                  <a:pt x="29498" y="2019"/>
                  <a:pt x="29486" y="2024"/>
                </a:cubicBezTo>
                <a:cubicBezTo>
                  <a:pt x="29474" y="2029"/>
                  <a:pt x="29461" y="2032"/>
                  <a:pt x="29449" y="2035"/>
                </a:cubicBezTo>
                <a:cubicBezTo>
                  <a:pt x="29436" y="2037"/>
                  <a:pt x="29423" y="2039"/>
                  <a:pt x="29410" y="2039"/>
                </a:cubicBezTo>
                <a:lnTo>
                  <a:pt x="199" y="2039"/>
                </a:lnTo>
                <a:cubicBezTo>
                  <a:pt x="186" y="2039"/>
                  <a:pt x="173" y="2037"/>
                  <a:pt x="160" y="2035"/>
                </a:cubicBezTo>
                <a:cubicBezTo>
                  <a:pt x="147" y="2032"/>
                  <a:pt x="135" y="2029"/>
                  <a:pt x="123" y="2024"/>
                </a:cubicBezTo>
                <a:cubicBezTo>
                  <a:pt x="111" y="2019"/>
                  <a:pt x="99" y="2013"/>
                  <a:pt x="89" y="2005"/>
                </a:cubicBezTo>
                <a:cubicBezTo>
                  <a:pt x="78" y="1998"/>
                  <a:pt x="68" y="1990"/>
                  <a:pt x="59" y="1981"/>
                </a:cubicBezTo>
                <a:cubicBezTo>
                  <a:pt x="49" y="1971"/>
                  <a:pt x="41" y="1961"/>
                  <a:pt x="34" y="1951"/>
                </a:cubicBezTo>
                <a:cubicBezTo>
                  <a:pt x="27" y="1940"/>
                  <a:pt x="20" y="1928"/>
                  <a:pt x="16" y="1916"/>
                </a:cubicBezTo>
                <a:cubicBezTo>
                  <a:pt x="11" y="1904"/>
                  <a:pt x="7" y="1892"/>
                  <a:pt x="4" y="1879"/>
                </a:cubicBezTo>
                <a:cubicBezTo>
                  <a:pt x="2" y="1866"/>
                  <a:pt x="0" y="1853"/>
                  <a:pt x="0" y="1840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766440" y="1433160"/>
            <a:ext cx="10658880" cy="734040"/>
          </a:xfrm>
          <a:custGeom>
            <a:avLst/>
            <a:gdLst/>
            <a:ahLst/>
            <a:rect l="0" t="0" r="r" b="b"/>
            <a:pathLst>
              <a:path w="29608" h="2039">
                <a:moveTo>
                  <a:pt x="0" y="1840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0" y="111"/>
                  <a:pt x="27" y="100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2"/>
                  <a:pt x="29449" y="4"/>
                </a:cubicBezTo>
                <a:cubicBezTo>
                  <a:pt x="29461" y="7"/>
                  <a:pt x="29474" y="11"/>
                  <a:pt x="29486" y="16"/>
                </a:cubicBezTo>
                <a:cubicBezTo>
                  <a:pt x="29498" y="21"/>
                  <a:pt x="29509" y="27"/>
                  <a:pt x="29520" y="34"/>
                </a:cubicBezTo>
                <a:cubicBezTo>
                  <a:pt x="29531" y="41"/>
                  <a:pt x="29541" y="49"/>
                  <a:pt x="29550" y="59"/>
                </a:cubicBezTo>
                <a:cubicBezTo>
                  <a:pt x="29559" y="68"/>
                  <a:pt x="29568" y="78"/>
                  <a:pt x="29575" y="89"/>
                </a:cubicBezTo>
                <a:cubicBezTo>
                  <a:pt x="29582" y="100"/>
                  <a:pt x="29588" y="111"/>
                  <a:pt x="29593" y="123"/>
                </a:cubicBezTo>
                <a:cubicBezTo>
                  <a:pt x="29598" y="135"/>
                  <a:pt x="29602" y="147"/>
                  <a:pt x="29604" y="160"/>
                </a:cubicBezTo>
                <a:cubicBezTo>
                  <a:pt x="29607" y="173"/>
                  <a:pt x="29608" y="186"/>
                  <a:pt x="29608" y="199"/>
                </a:cubicBezTo>
                <a:lnTo>
                  <a:pt x="29608" y="1840"/>
                </a:lnTo>
                <a:cubicBezTo>
                  <a:pt x="29608" y="1853"/>
                  <a:pt x="29607" y="1866"/>
                  <a:pt x="29604" y="1879"/>
                </a:cubicBezTo>
                <a:cubicBezTo>
                  <a:pt x="29602" y="1892"/>
                  <a:pt x="29598" y="1904"/>
                  <a:pt x="29593" y="1916"/>
                </a:cubicBezTo>
                <a:cubicBezTo>
                  <a:pt x="29588" y="1928"/>
                  <a:pt x="29582" y="1940"/>
                  <a:pt x="29575" y="1951"/>
                </a:cubicBezTo>
                <a:cubicBezTo>
                  <a:pt x="29568" y="1961"/>
                  <a:pt x="29559" y="1971"/>
                  <a:pt x="29550" y="1981"/>
                </a:cubicBezTo>
                <a:cubicBezTo>
                  <a:pt x="29541" y="1990"/>
                  <a:pt x="29531" y="1998"/>
                  <a:pt x="29520" y="2005"/>
                </a:cubicBezTo>
                <a:cubicBezTo>
                  <a:pt x="29509" y="2013"/>
                  <a:pt x="29498" y="2019"/>
                  <a:pt x="29486" y="2024"/>
                </a:cubicBezTo>
                <a:cubicBezTo>
                  <a:pt x="29474" y="2029"/>
                  <a:pt x="29461" y="2032"/>
                  <a:pt x="29449" y="2035"/>
                </a:cubicBezTo>
                <a:cubicBezTo>
                  <a:pt x="29436" y="2037"/>
                  <a:pt x="29423" y="2039"/>
                  <a:pt x="29410" y="2039"/>
                </a:cubicBezTo>
                <a:lnTo>
                  <a:pt x="199" y="2039"/>
                </a:lnTo>
                <a:cubicBezTo>
                  <a:pt x="186" y="2039"/>
                  <a:pt x="173" y="2037"/>
                  <a:pt x="160" y="2035"/>
                </a:cubicBezTo>
                <a:cubicBezTo>
                  <a:pt x="147" y="2032"/>
                  <a:pt x="135" y="2029"/>
                  <a:pt x="123" y="2024"/>
                </a:cubicBezTo>
                <a:cubicBezTo>
                  <a:pt x="111" y="2019"/>
                  <a:pt x="99" y="2013"/>
                  <a:pt x="89" y="2005"/>
                </a:cubicBezTo>
                <a:cubicBezTo>
                  <a:pt x="78" y="1998"/>
                  <a:pt x="68" y="1990"/>
                  <a:pt x="59" y="1981"/>
                </a:cubicBezTo>
                <a:cubicBezTo>
                  <a:pt x="49" y="1971"/>
                  <a:pt x="41" y="1961"/>
                  <a:pt x="34" y="1951"/>
                </a:cubicBezTo>
                <a:cubicBezTo>
                  <a:pt x="27" y="1940"/>
                  <a:pt x="20" y="1928"/>
                  <a:pt x="16" y="1916"/>
                </a:cubicBezTo>
                <a:cubicBezTo>
                  <a:pt x="11" y="1904"/>
                  <a:pt x="7" y="1892"/>
                  <a:pt x="4" y="1879"/>
                </a:cubicBezTo>
                <a:cubicBezTo>
                  <a:pt x="2" y="1866"/>
                  <a:pt x="0" y="1853"/>
                  <a:pt x="0" y="1840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985680" y="1576080"/>
            <a:ext cx="543240" cy="448200"/>
          </a:xfrm>
          <a:custGeom>
            <a:avLst/>
            <a:gdLst/>
            <a:ahLst/>
            <a:rect l="0" t="0" r="r" b="b"/>
            <a:pathLst>
              <a:path w="1509" h="1245">
                <a:moveTo>
                  <a:pt x="0" y="1098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364" y="0"/>
                </a:lnTo>
                <a:cubicBezTo>
                  <a:pt x="1373" y="0"/>
                  <a:pt x="1383" y="1"/>
                  <a:pt x="1392" y="3"/>
                </a:cubicBezTo>
                <a:cubicBezTo>
                  <a:pt x="1401" y="5"/>
                  <a:pt x="1410" y="8"/>
                  <a:pt x="1419" y="11"/>
                </a:cubicBezTo>
                <a:cubicBezTo>
                  <a:pt x="1428" y="15"/>
                  <a:pt x="1436" y="20"/>
                  <a:pt x="1444" y="25"/>
                </a:cubicBezTo>
                <a:cubicBezTo>
                  <a:pt x="1452" y="30"/>
                  <a:pt x="1460" y="36"/>
                  <a:pt x="1466" y="43"/>
                </a:cubicBezTo>
                <a:cubicBezTo>
                  <a:pt x="1473" y="50"/>
                  <a:pt x="1479" y="57"/>
                  <a:pt x="1485" y="65"/>
                </a:cubicBezTo>
                <a:cubicBezTo>
                  <a:pt x="1490" y="73"/>
                  <a:pt x="1494" y="81"/>
                  <a:pt x="1498" y="90"/>
                </a:cubicBezTo>
                <a:cubicBezTo>
                  <a:pt x="1502" y="99"/>
                  <a:pt x="1504" y="108"/>
                  <a:pt x="1506" y="117"/>
                </a:cubicBezTo>
                <a:cubicBezTo>
                  <a:pt x="1508" y="127"/>
                  <a:pt x="1509" y="136"/>
                  <a:pt x="1509" y="146"/>
                </a:cubicBezTo>
                <a:lnTo>
                  <a:pt x="1509" y="1098"/>
                </a:lnTo>
                <a:cubicBezTo>
                  <a:pt x="1509" y="1108"/>
                  <a:pt x="1508" y="1117"/>
                  <a:pt x="1506" y="1127"/>
                </a:cubicBezTo>
                <a:cubicBezTo>
                  <a:pt x="1504" y="1136"/>
                  <a:pt x="1502" y="1145"/>
                  <a:pt x="1498" y="1154"/>
                </a:cubicBezTo>
                <a:cubicBezTo>
                  <a:pt x="1494" y="1163"/>
                  <a:pt x="1490" y="1171"/>
                  <a:pt x="1485" y="1179"/>
                </a:cubicBezTo>
                <a:cubicBezTo>
                  <a:pt x="1479" y="1187"/>
                  <a:pt x="1473" y="1195"/>
                  <a:pt x="1466" y="1201"/>
                </a:cubicBezTo>
                <a:cubicBezTo>
                  <a:pt x="1460" y="1208"/>
                  <a:pt x="1452" y="1214"/>
                  <a:pt x="1444" y="1220"/>
                </a:cubicBezTo>
                <a:cubicBezTo>
                  <a:pt x="1436" y="1226"/>
                  <a:pt x="1428" y="1230"/>
                  <a:pt x="1419" y="1234"/>
                </a:cubicBezTo>
                <a:cubicBezTo>
                  <a:pt x="1410" y="1237"/>
                  <a:pt x="1401" y="1240"/>
                  <a:pt x="1392" y="1242"/>
                </a:cubicBezTo>
                <a:cubicBezTo>
                  <a:pt x="1383" y="1244"/>
                  <a:pt x="1373" y="1245"/>
                  <a:pt x="1364" y="1245"/>
                </a:cubicBezTo>
                <a:lnTo>
                  <a:pt x="145" y="1245"/>
                </a:lnTo>
                <a:cubicBezTo>
                  <a:pt x="136" y="1245"/>
                  <a:pt x="126" y="1244"/>
                  <a:pt x="117" y="1242"/>
                </a:cubicBezTo>
                <a:cubicBezTo>
                  <a:pt x="108" y="1240"/>
                  <a:pt x="99" y="1237"/>
                  <a:pt x="90" y="1234"/>
                </a:cubicBezTo>
                <a:cubicBezTo>
                  <a:pt x="81" y="1230"/>
                  <a:pt x="73" y="1226"/>
                  <a:pt x="65" y="1220"/>
                </a:cubicBezTo>
                <a:cubicBezTo>
                  <a:pt x="57" y="1214"/>
                  <a:pt x="49" y="1208"/>
                  <a:pt x="43" y="1201"/>
                </a:cubicBezTo>
                <a:cubicBezTo>
                  <a:pt x="36" y="1195"/>
                  <a:pt x="30" y="1187"/>
                  <a:pt x="24" y="1179"/>
                </a:cubicBezTo>
                <a:cubicBezTo>
                  <a:pt x="19" y="1171"/>
                  <a:pt x="15" y="1163"/>
                  <a:pt x="11" y="1154"/>
                </a:cubicBezTo>
                <a:cubicBezTo>
                  <a:pt x="7" y="1145"/>
                  <a:pt x="5" y="1136"/>
                  <a:pt x="3" y="1127"/>
                </a:cubicBezTo>
                <a:cubicBezTo>
                  <a:pt x="1" y="1117"/>
                  <a:pt x="0" y="1108"/>
                  <a:pt x="0" y="1098"/>
                </a:cubicBezTo>
                <a:close/>
              </a:path>
            </a:pathLst>
          </a:custGeom>
          <a:noFill/>
          <a:ln w="9360">
            <a:solidFill>
              <a:srgbClr val="1F7A48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762120" y="703080"/>
            <a:ext cx="277344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Cómo funciona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1140480" y="1672560"/>
            <a:ext cx="22932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01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766440" y="2309760"/>
            <a:ext cx="10658880" cy="733680"/>
          </a:xfrm>
          <a:custGeom>
            <a:avLst/>
            <a:gdLst/>
            <a:ahLst/>
            <a:rect l="0" t="0" r="r" b="b"/>
            <a:pathLst>
              <a:path w="29608" h="2038">
                <a:moveTo>
                  <a:pt x="0" y="1839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7"/>
                  <a:pt x="11" y="134"/>
                  <a:pt x="16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3"/>
                </a:cubicBezTo>
                <a:cubicBezTo>
                  <a:pt x="29461" y="6"/>
                  <a:pt x="29474" y="10"/>
                  <a:pt x="29486" y="15"/>
                </a:cubicBezTo>
                <a:cubicBezTo>
                  <a:pt x="29498" y="20"/>
                  <a:pt x="29509" y="26"/>
                  <a:pt x="29520" y="33"/>
                </a:cubicBezTo>
                <a:cubicBezTo>
                  <a:pt x="29531" y="40"/>
                  <a:pt x="29541" y="49"/>
                  <a:pt x="29550" y="58"/>
                </a:cubicBezTo>
                <a:cubicBezTo>
                  <a:pt x="29559" y="67"/>
                  <a:pt x="29568" y="77"/>
                  <a:pt x="29575" y="88"/>
                </a:cubicBezTo>
                <a:cubicBezTo>
                  <a:pt x="29582" y="99"/>
                  <a:pt x="29588" y="110"/>
                  <a:pt x="29593" y="122"/>
                </a:cubicBezTo>
                <a:cubicBezTo>
                  <a:pt x="29598" y="134"/>
                  <a:pt x="29602" y="147"/>
                  <a:pt x="29604" y="159"/>
                </a:cubicBezTo>
                <a:cubicBezTo>
                  <a:pt x="29607" y="172"/>
                  <a:pt x="29608" y="185"/>
                  <a:pt x="29608" y="198"/>
                </a:cubicBezTo>
                <a:lnTo>
                  <a:pt x="29608" y="1839"/>
                </a:lnTo>
                <a:cubicBezTo>
                  <a:pt x="29608" y="1853"/>
                  <a:pt x="29607" y="1865"/>
                  <a:pt x="29604" y="1878"/>
                </a:cubicBezTo>
                <a:cubicBezTo>
                  <a:pt x="29602" y="1891"/>
                  <a:pt x="29598" y="1903"/>
                  <a:pt x="29593" y="1915"/>
                </a:cubicBezTo>
                <a:cubicBezTo>
                  <a:pt x="29588" y="1927"/>
                  <a:pt x="29582" y="1939"/>
                  <a:pt x="29575" y="1950"/>
                </a:cubicBezTo>
                <a:cubicBezTo>
                  <a:pt x="29568" y="1961"/>
                  <a:pt x="29559" y="1971"/>
                  <a:pt x="29550" y="1980"/>
                </a:cubicBezTo>
                <a:cubicBezTo>
                  <a:pt x="29541" y="1989"/>
                  <a:pt x="29531" y="1997"/>
                  <a:pt x="29520" y="2004"/>
                </a:cubicBezTo>
                <a:cubicBezTo>
                  <a:pt x="29509" y="2012"/>
                  <a:pt x="29498" y="2018"/>
                  <a:pt x="29486" y="2023"/>
                </a:cubicBezTo>
                <a:cubicBezTo>
                  <a:pt x="29474" y="2028"/>
                  <a:pt x="29461" y="2032"/>
                  <a:pt x="29449" y="2034"/>
                </a:cubicBezTo>
                <a:cubicBezTo>
                  <a:pt x="29436" y="2037"/>
                  <a:pt x="29423" y="2038"/>
                  <a:pt x="29410" y="2038"/>
                </a:cubicBezTo>
                <a:lnTo>
                  <a:pt x="199" y="2038"/>
                </a:lnTo>
                <a:cubicBezTo>
                  <a:pt x="186" y="2038"/>
                  <a:pt x="173" y="2037"/>
                  <a:pt x="160" y="2034"/>
                </a:cubicBezTo>
                <a:cubicBezTo>
                  <a:pt x="147" y="2032"/>
                  <a:pt x="135" y="2028"/>
                  <a:pt x="123" y="2023"/>
                </a:cubicBezTo>
                <a:cubicBezTo>
                  <a:pt x="111" y="2018"/>
                  <a:pt x="99" y="2012"/>
                  <a:pt x="89" y="2004"/>
                </a:cubicBezTo>
                <a:cubicBezTo>
                  <a:pt x="78" y="1997"/>
                  <a:pt x="68" y="1989"/>
                  <a:pt x="59" y="1980"/>
                </a:cubicBezTo>
                <a:cubicBezTo>
                  <a:pt x="49" y="1971"/>
                  <a:pt x="41" y="1961"/>
                  <a:pt x="34" y="1950"/>
                </a:cubicBezTo>
                <a:cubicBezTo>
                  <a:pt x="27" y="1939"/>
                  <a:pt x="20" y="1927"/>
                  <a:pt x="16" y="1915"/>
                </a:cubicBezTo>
                <a:cubicBezTo>
                  <a:pt x="11" y="1903"/>
                  <a:pt x="7" y="1891"/>
                  <a:pt x="4" y="1878"/>
                </a:cubicBezTo>
                <a:cubicBezTo>
                  <a:pt x="2" y="1865"/>
                  <a:pt x="0" y="1853"/>
                  <a:pt x="0" y="1839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766440" y="2309760"/>
            <a:ext cx="10658880" cy="733680"/>
          </a:xfrm>
          <a:custGeom>
            <a:avLst/>
            <a:gdLst/>
            <a:ahLst/>
            <a:rect l="0" t="0" r="r" b="b"/>
            <a:pathLst>
              <a:path w="29608" h="2038">
                <a:moveTo>
                  <a:pt x="0" y="1839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7"/>
                  <a:pt x="11" y="134"/>
                  <a:pt x="16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3"/>
                </a:cubicBezTo>
                <a:cubicBezTo>
                  <a:pt x="29461" y="6"/>
                  <a:pt x="29474" y="10"/>
                  <a:pt x="29486" y="15"/>
                </a:cubicBezTo>
                <a:cubicBezTo>
                  <a:pt x="29498" y="20"/>
                  <a:pt x="29509" y="26"/>
                  <a:pt x="29520" y="33"/>
                </a:cubicBezTo>
                <a:cubicBezTo>
                  <a:pt x="29531" y="40"/>
                  <a:pt x="29541" y="49"/>
                  <a:pt x="29550" y="58"/>
                </a:cubicBezTo>
                <a:cubicBezTo>
                  <a:pt x="29559" y="67"/>
                  <a:pt x="29568" y="77"/>
                  <a:pt x="29575" y="88"/>
                </a:cubicBezTo>
                <a:cubicBezTo>
                  <a:pt x="29582" y="99"/>
                  <a:pt x="29588" y="110"/>
                  <a:pt x="29593" y="122"/>
                </a:cubicBezTo>
                <a:cubicBezTo>
                  <a:pt x="29598" y="134"/>
                  <a:pt x="29602" y="147"/>
                  <a:pt x="29604" y="159"/>
                </a:cubicBezTo>
                <a:cubicBezTo>
                  <a:pt x="29607" y="172"/>
                  <a:pt x="29608" y="185"/>
                  <a:pt x="29608" y="198"/>
                </a:cubicBezTo>
                <a:lnTo>
                  <a:pt x="29608" y="1839"/>
                </a:lnTo>
                <a:cubicBezTo>
                  <a:pt x="29608" y="1853"/>
                  <a:pt x="29607" y="1865"/>
                  <a:pt x="29604" y="1878"/>
                </a:cubicBezTo>
                <a:cubicBezTo>
                  <a:pt x="29602" y="1891"/>
                  <a:pt x="29598" y="1903"/>
                  <a:pt x="29593" y="1915"/>
                </a:cubicBezTo>
                <a:cubicBezTo>
                  <a:pt x="29588" y="1927"/>
                  <a:pt x="29582" y="1939"/>
                  <a:pt x="29575" y="1950"/>
                </a:cubicBezTo>
                <a:cubicBezTo>
                  <a:pt x="29568" y="1961"/>
                  <a:pt x="29559" y="1971"/>
                  <a:pt x="29550" y="1980"/>
                </a:cubicBezTo>
                <a:cubicBezTo>
                  <a:pt x="29541" y="1989"/>
                  <a:pt x="29531" y="1997"/>
                  <a:pt x="29520" y="2004"/>
                </a:cubicBezTo>
                <a:cubicBezTo>
                  <a:pt x="29509" y="2012"/>
                  <a:pt x="29498" y="2018"/>
                  <a:pt x="29486" y="2023"/>
                </a:cubicBezTo>
                <a:cubicBezTo>
                  <a:pt x="29474" y="2028"/>
                  <a:pt x="29461" y="2032"/>
                  <a:pt x="29449" y="2034"/>
                </a:cubicBezTo>
                <a:cubicBezTo>
                  <a:pt x="29436" y="2037"/>
                  <a:pt x="29423" y="2038"/>
                  <a:pt x="29410" y="2038"/>
                </a:cubicBezTo>
                <a:lnTo>
                  <a:pt x="199" y="2038"/>
                </a:lnTo>
                <a:cubicBezTo>
                  <a:pt x="186" y="2038"/>
                  <a:pt x="173" y="2037"/>
                  <a:pt x="160" y="2034"/>
                </a:cubicBezTo>
                <a:cubicBezTo>
                  <a:pt x="147" y="2032"/>
                  <a:pt x="135" y="2028"/>
                  <a:pt x="123" y="2023"/>
                </a:cubicBezTo>
                <a:cubicBezTo>
                  <a:pt x="111" y="2018"/>
                  <a:pt x="99" y="2012"/>
                  <a:pt x="89" y="2004"/>
                </a:cubicBezTo>
                <a:cubicBezTo>
                  <a:pt x="78" y="1997"/>
                  <a:pt x="68" y="1989"/>
                  <a:pt x="59" y="1980"/>
                </a:cubicBezTo>
                <a:cubicBezTo>
                  <a:pt x="49" y="1971"/>
                  <a:pt x="41" y="1961"/>
                  <a:pt x="34" y="1950"/>
                </a:cubicBezTo>
                <a:cubicBezTo>
                  <a:pt x="27" y="1939"/>
                  <a:pt x="20" y="1927"/>
                  <a:pt x="16" y="1915"/>
                </a:cubicBezTo>
                <a:cubicBezTo>
                  <a:pt x="11" y="1903"/>
                  <a:pt x="7" y="1891"/>
                  <a:pt x="4" y="1878"/>
                </a:cubicBezTo>
                <a:cubicBezTo>
                  <a:pt x="2" y="1865"/>
                  <a:pt x="0" y="1853"/>
                  <a:pt x="0" y="1839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985680" y="2452680"/>
            <a:ext cx="543240" cy="447840"/>
          </a:xfrm>
          <a:custGeom>
            <a:avLst/>
            <a:gdLst/>
            <a:ahLst/>
            <a:rect l="0" t="0" r="r" b="b"/>
            <a:pathLst>
              <a:path w="1509" h="1244">
                <a:moveTo>
                  <a:pt x="0" y="1099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2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364" y="0"/>
                </a:lnTo>
                <a:cubicBezTo>
                  <a:pt x="1373" y="0"/>
                  <a:pt x="1383" y="0"/>
                  <a:pt x="1392" y="2"/>
                </a:cubicBezTo>
                <a:cubicBezTo>
                  <a:pt x="1401" y="4"/>
                  <a:pt x="1410" y="7"/>
                  <a:pt x="1419" y="11"/>
                </a:cubicBezTo>
                <a:cubicBezTo>
                  <a:pt x="1428" y="14"/>
                  <a:pt x="1436" y="19"/>
                  <a:pt x="1444" y="25"/>
                </a:cubicBezTo>
                <a:cubicBezTo>
                  <a:pt x="1452" y="30"/>
                  <a:pt x="1460" y="36"/>
                  <a:pt x="1466" y="43"/>
                </a:cubicBezTo>
                <a:cubicBezTo>
                  <a:pt x="1473" y="50"/>
                  <a:pt x="1479" y="57"/>
                  <a:pt x="1485" y="65"/>
                </a:cubicBezTo>
                <a:cubicBezTo>
                  <a:pt x="1490" y="73"/>
                  <a:pt x="1494" y="82"/>
                  <a:pt x="1498" y="90"/>
                </a:cubicBezTo>
                <a:cubicBezTo>
                  <a:pt x="1502" y="99"/>
                  <a:pt x="1504" y="108"/>
                  <a:pt x="1506" y="118"/>
                </a:cubicBezTo>
                <a:cubicBezTo>
                  <a:pt x="1508" y="127"/>
                  <a:pt x="1509" y="136"/>
                  <a:pt x="1509" y="146"/>
                </a:cubicBezTo>
                <a:lnTo>
                  <a:pt x="1509" y="1099"/>
                </a:lnTo>
                <a:cubicBezTo>
                  <a:pt x="1509" y="1108"/>
                  <a:pt x="1508" y="1118"/>
                  <a:pt x="1506" y="1127"/>
                </a:cubicBezTo>
                <a:cubicBezTo>
                  <a:pt x="1504" y="1136"/>
                  <a:pt x="1502" y="1145"/>
                  <a:pt x="1498" y="1154"/>
                </a:cubicBezTo>
                <a:cubicBezTo>
                  <a:pt x="1494" y="1163"/>
                  <a:pt x="1490" y="1171"/>
                  <a:pt x="1485" y="1179"/>
                </a:cubicBezTo>
                <a:cubicBezTo>
                  <a:pt x="1479" y="1187"/>
                  <a:pt x="1473" y="1195"/>
                  <a:pt x="1466" y="1201"/>
                </a:cubicBezTo>
                <a:cubicBezTo>
                  <a:pt x="1460" y="1208"/>
                  <a:pt x="1452" y="1214"/>
                  <a:pt x="1444" y="1220"/>
                </a:cubicBezTo>
                <a:cubicBezTo>
                  <a:pt x="1436" y="1225"/>
                  <a:pt x="1428" y="1229"/>
                  <a:pt x="1419" y="1233"/>
                </a:cubicBezTo>
                <a:cubicBezTo>
                  <a:pt x="1410" y="1237"/>
                  <a:pt x="1401" y="1239"/>
                  <a:pt x="1392" y="1241"/>
                </a:cubicBezTo>
                <a:cubicBezTo>
                  <a:pt x="1383" y="1243"/>
                  <a:pt x="1373" y="1244"/>
                  <a:pt x="1364" y="1244"/>
                </a:cubicBezTo>
                <a:lnTo>
                  <a:pt x="145" y="1244"/>
                </a:lnTo>
                <a:cubicBezTo>
                  <a:pt x="136" y="1244"/>
                  <a:pt x="126" y="1243"/>
                  <a:pt x="117" y="1241"/>
                </a:cubicBezTo>
                <a:cubicBezTo>
                  <a:pt x="108" y="1239"/>
                  <a:pt x="99" y="1237"/>
                  <a:pt x="90" y="1233"/>
                </a:cubicBezTo>
                <a:cubicBezTo>
                  <a:pt x="81" y="1229"/>
                  <a:pt x="73" y="1225"/>
                  <a:pt x="65" y="1220"/>
                </a:cubicBezTo>
                <a:cubicBezTo>
                  <a:pt x="57" y="1214"/>
                  <a:pt x="49" y="1208"/>
                  <a:pt x="43" y="1201"/>
                </a:cubicBezTo>
                <a:cubicBezTo>
                  <a:pt x="36" y="1195"/>
                  <a:pt x="30" y="1187"/>
                  <a:pt x="24" y="1179"/>
                </a:cubicBezTo>
                <a:cubicBezTo>
                  <a:pt x="19" y="1171"/>
                  <a:pt x="15" y="1163"/>
                  <a:pt x="11" y="1154"/>
                </a:cubicBezTo>
                <a:cubicBezTo>
                  <a:pt x="7" y="1145"/>
                  <a:pt x="5" y="1136"/>
                  <a:pt x="3" y="1127"/>
                </a:cubicBezTo>
                <a:cubicBezTo>
                  <a:pt x="1" y="1118"/>
                  <a:pt x="0" y="1108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1F7A48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743120" y="1661760"/>
            <a:ext cx="46540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Escaneás el QR — se abre en tu teléfono.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140480" y="2548800"/>
            <a:ext cx="22932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02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766440" y="3186000"/>
            <a:ext cx="10658880" cy="1019520"/>
          </a:xfrm>
          <a:custGeom>
            <a:avLst/>
            <a:gdLst/>
            <a:ahLst/>
            <a:rect l="0" t="0" r="r" b="b"/>
            <a:pathLst>
              <a:path w="29608" h="2832">
                <a:moveTo>
                  <a:pt x="0" y="2633"/>
                </a:moveTo>
                <a:lnTo>
                  <a:pt x="0" y="198"/>
                </a:lnTo>
                <a:cubicBezTo>
                  <a:pt x="0" y="185"/>
                  <a:pt x="2" y="172"/>
                  <a:pt x="4" y="160"/>
                </a:cubicBezTo>
                <a:cubicBezTo>
                  <a:pt x="7" y="147"/>
                  <a:pt x="11" y="134"/>
                  <a:pt x="16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4"/>
                </a:cubicBezTo>
                <a:cubicBezTo>
                  <a:pt x="29461" y="6"/>
                  <a:pt x="29474" y="10"/>
                  <a:pt x="29486" y="15"/>
                </a:cubicBezTo>
                <a:cubicBezTo>
                  <a:pt x="29498" y="20"/>
                  <a:pt x="29509" y="26"/>
                  <a:pt x="29520" y="33"/>
                </a:cubicBezTo>
                <a:cubicBezTo>
                  <a:pt x="29531" y="40"/>
                  <a:pt x="29541" y="49"/>
                  <a:pt x="29550" y="58"/>
                </a:cubicBezTo>
                <a:cubicBezTo>
                  <a:pt x="29559" y="67"/>
                  <a:pt x="29568" y="77"/>
                  <a:pt x="29575" y="88"/>
                </a:cubicBezTo>
                <a:cubicBezTo>
                  <a:pt x="29582" y="99"/>
                  <a:pt x="29588" y="110"/>
                  <a:pt x="29593" y="122"/>
                </a:cubicBezTo>
                <a:cubicBezTo>
                  <a:pt x="29598" y="134"/>
                  <a:pt x="29602" y="147"/>
                  <a:pt x="29604" y="160"/>
                </a:cubicBezTo>
                <a:cubicBezTo>
                  <a:pt x="29607" y="172"/>
                  <a:pt x="29608" y="185"/>
                  <a:pt x="29608" y="198"/>
                </a:cubicBezTo>
                <a:lnTo>
                  <a:pt x="29608" y="2633"/>
                </a:lnTo>
                <a:cubicBezTo>
                  <a:pt x="29608" y="2646"/>
                  <a:pt x="29607" y="2659"/>
                  <a:pt x="29604" y="2672"/>
                </a:cubicBezTo>
                <a:cubicBezTo>
                  <a:pt x="29602" y="2685"/>
                  <a:pt x="29598" y="2697"/>
                  <a:pt x="29593" y="2709"/>
                </a:cubicBezTo>
                <a:cubicBezTo>
                  <a:pt x="29588" y="2721"/>
                  <a:pt x="29582" y="2733"/>
                  <a:pt x="29575" y="2744"/>
                </a:cubicBezTo>
                <a:cubicBezTo>
                  <a:pt x="29568" y="2754"/>
                  <a:pt x="29559" y="2765"/>
                  <a:pt x="29550" y="2774"/>
                </a:cubicBezTo>
                <a:cubicBezTo>
                  <a:pt x="29541" y="2783"/>
                  <a:pt x="29531" y="2791"/>
                  <a:pt x="29520" y="2798"/>
                </a:cubicBezTo>
                <a:cubicBezTo>
                  <a:pt x="29509" y="2806"/>
                  <a:pt x="29498" y="2812"/>
                  <a:pt x="29486" y="2817"/>
                </a:cubicBezTo>
                <a:cubicBezTo>
                  <a:pt x="29474" y="2822"/>
                  <a:pt x="29461" y="2825"/>
                  <a:pt x="29449" y="2828"/>
                </a:cubicBezTo>
                <a:cubicBezTo>
                  <a:pt x="29436" y="2831"/>
                  <a:pt x="29423" y="2832"/>
                  <a:pt x="29410" y="2832"/>
                </a:cubicBezTo>
                <a:lnTo>
                  <a:pt x="199" y="2832"/>
                </a:lnTo>
                <a:cubicBezTo>
                  <a:pt x="186" y="2832"/>
                  <a:pt x="173" y="2831"/>
                  <a:pt x="160" y="2828"/>
                </a:cubicBezTo>
                <a:cubicBezTo>
                  <a:pt x="147" y="2825"/>
                  <a:pt x="135" y="2822"/>
                  <a:pt x="123" y="2817"/>
                </a:cubicBezTo>
                <a:cubicBezTo>
                  <a:pt x="111" y="2812"/>
                  <a:pt x="99" y="2806"/>
                  <a:pt x="89" y="2798"/>
                </a:cubicBezTo>
                <a:cubicBezTo>
                  <a:pt x="78" y="2791"/>
                  <a:pt x="68" y="2783"/>
                  <a:pt x="59" y="2774"/>
                </a:cubicBezTo>
                <a:cubicBezTo>
                  <a:pt x="49" y="2765"/>
                  <a:pt x="41" y="2754"/>
                  <a:pt x="34" y="2744"/>
                </a:cubicBezTo>
                <a:cubicBezTo>
                  <a:pt x="27" y="2733"/>
                  <a:pt x="20" y="2721"/>
                  <a:pt x="16" y="2709"/>
                </a:cubicBezTo>
                <a:cubicBezTo>
                  <a:pt x="11" y="2697"/>
                  <a:pt x="7" y="2685"/>
                  <a:pt x="4" y="2672"/>
                </a:cubicBezTo>
                <a:cubicBezTo>
                  <a:pt x="2" y="2659"/>
                  <a:pt x="0" y="2646"/>
                  <a:pt x="0" y="2633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766440" y="3186000"/>
            <a:ext cx="10658880" cy="1019520"/>
          </a:xfrm>
          <a:custGeom>
            <a:avLst/>
            <a:gdLst/>
            <a:ahLst/>
            <a:rect l="0" t="0" r="r" b="b"/>
            <a:pathLst>
              <a:path w="29608" h="2832">
                <a:moveTo>
                  <a:pt x="0" y="2633"/>
                </a:moveTo>
                <a:lnTo>
                  <a:pt x="0" y="198"/>
                </a:lnTo>
                <a:cubicBezTo>
                  <a:pt x="0" y="185"/>
                  <a:pt x="2" y="172"/>
                  <a:pt x="4" y="160"/>
                </a:cubicBezTo>
                <a:cubicBezTo>
                  <a:pt x="7" y="147"/>
                  <a:pt x="11" y="134"/>
                  <a:pt x="16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4"/>
                </a:cubicBezTo>
                <a:cubicBezTo>
                  <a:pt x="29461" y="6"/>
                  <a:pt x="29474" y="10"/>
                  <a:pt x="29486" y="15"/>
                </a:cubicBezTo>
                <a:cubicBezTo>
                  <a:pt x="29498" y="20"/>
                  <a:pt x="29509" y="26"/>
                  <a:pt x="29520" y="33"/>
                </a:cubicBezTo>
                <a:cubicBezTo>
                  <a:pt x="29531" y="40"/>
                  <a:pt x="29541" y="49"/>
                  <a:pt x="29550" y="58"/>
                </a:cubicBezTo>
                <a:cubicBezTo>
                  <a:pt x="29559" y="67"/>
                  <a:pt x="29568" y="77"/>
                  <a:pt x="29575" y="88"/>
                </a:cubicBezTo>
                <a:cubicBezTo>
                  <a:pt x="29582" y="99"/>
                  <a:pt x="29588" y="110"/>
                  <a:pt x="29593" y="122"/>
                </a:cubicBezTo>
                <a:cubicBezTo>
                  <a:pt x="29598" y="134"/>
                  <a:pt x="29602" y="147"/>
                  <a:pt x="29604" y="160"/>
                </a:cubicBezTo>
                <a:cubicBezTo>
                  <a:pt x="29607" y="172"/>
                  <a:pt x="29608" y="185"/>
                  <a:pt x="29608" y="198"/>
                </a:cubicBezTo>
                <a:lnTo>
                  <a:pt x="29608" y="2633"/>
                </a:lnTo>
                <a:cubicBezTo>
                  <a:pt x="29608" y="2646"/>
                  <a:pt x="29607" y="2659"/>
                  <a:pt x="29604" y="2672"/>
                </a:cubicBezTo>
                <a:cubicBezTo>
                  <a:pt x="29602" y="2685"/>
                  <a:pt x="29598" y="2697"/>
                  <a:pt x="29593" y="2709"/>
                </a:cubicBezTo>
                <a:cubicBezTo>
                  <a:pt x="29588" y="2721"/>
                  <a:pt x="29582" y="2733"/>
                  <a:pt x="29575" y="2744"/>
                </a:cubicBezTo>
                <a:cubicBezTo>
                  <a:pt x="29568" y="2754"/>
                  <a:pt x="29559" y="2765"/>
                  <a:pt x="29550" y="2774"/>
                </a:cubicBezTo>
                <a:cubicBezTo>
                  <a:pt x="29541" y="2783"/>
                  <a:pt x="29531" y="2791"/>
                  <a:pt x="29520" y="2798"/>
                </a:cubicBezTo>
                <a:cubicBezTo>
                  <a:pt x="29509" y="2806"/>
                  <a:pt x="29498" y="2812"/>
                  <a:pt x="29486" y="2817"/>
                </a:cubicBezTo>
                <a:cubicBezTo>
                  <a:pt x="29474" y="2822"/>
                  <a:pt x="29461" y="2825"/>
                  <a:pt x="29449" y="2828"/>
                </a:cubicBezTo>
                <a:cubicBezTo>
                  <a:pt x="29436" y="2831"/>
                  <a:pt x="29423" y="2832"/>
                  <a:pt x="29410" y="2832"/>
                </a:cubicBezTo>
                <a:lnTo>
                  <a:pt x="199" y="2832"/>
                </a:lnTo>
                <a:cubicBezTo>
                  <a:pt x="186" y="2832"/>
                  <a:pt x="173" y="2831"/>
                  <a:pt x="160" y="2828"/>
                </a:cubicBezTo>
                <a:cubicBezTo>
                  <a:pt x="147" y="2825"/>
                  <a:pt x="135" y="2822"/>
                  <a:pt x="123" y="2817"/>
                </a:cubicBezTo>
                <a:cubicBezTo>
                  <a:pt x="111" y="2812"/>
                  <a:pt x="99" y="2806"/>
                  <a:pt x="89" y="2798"/>
                </a:cubicBezTo>
                <a:cubicBezTo>
                  <a:pt x="78" y="2791"/>
                  <a:pt x="68" y="2783"/>
                  <a:pt x="59" y="2774"/>
                </a:cubicBezTo>
                <a:cubicBezTo>
                  <a:pt x="49" y="2765"/>
                  <a:pt x="41" y="2754"/>
                  <a:pt x="34" y="2744"/>
                </a:cubicBezTo>
                <a:cubicBezTo>
                  <a:pt x="27" y="2733"/>
                  <a:pt x="20" y="2721"/>
                  <a:pt x="16" y="2709"/>
                </a:cubicBezTo>
                <a:cubicBezTo>
                  <a:pt x="11" y="2697"/>
                  <a:pt x="7" y="2685"/>
                  <a:pt x="4" y="2672"/>
                </a:cubicBezTo>
                <a:cubicBezTo>
                  <a:pt x="2" y="2659"/>
                  <a:pt x="0" y="2646"/>
                  <a:pt x="0" y="2633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985680" y="3471840"/>
            <a:ext cx="543240" cy="447840"/>
          </a:xfrm>
          <a:custGeom>
            <a:avLst/>
            <a:gdLst/>
            <a:ahLst/>
            <a:rect l="0" t="0" r="r" b="b"/>
            <a:pathLst>
              <a:path w="1509" h="1244">
                <a:moveTo>
                  <a:pt x="0" y="1099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364" y="0"/>
                </a:lnTo>
                <a:cubicBezTo>
                  <a:pt x="1373" y="0"/>
                  <a:pt x="1383" y="0"/>
                  <a:pt x="1392" y="2"/>
                </a:cubicBezTo>
                <a:cubicBezTo>
                  <a:pt x="1401" y="4"/>
                  <a:pt x="1410" y="7"/>
                  <a:pt x="1419" y="11"/>
                </a:cubicBezTo>
                <a:cubicBezTo>
                  <a:pt x="1428" y="14"/>
                  <a:pt x="1436" y="19"/>
                  <a:pt x="1444" y="24"/>
                </a:cubicBezTo>
                <a:cubicBezTo>
                  <a:pt x="1452" y="29"/>
                  <a:pt x="1460" y="35"/>
                  <a:pt x="1466" y="42"/>
                </a:cubicBezTo>
                <a:cubicBezTo>
                  <a:pt x="1473" y="49"/>
                  <a:pt x="1479" y="56"/>
                  <a:pt x="1485" y="64"/>
                </a:cubicBezTo>
                <a:cubicBezTo>
                  <a:pt x="1490" y="72"/>
                  <a:pt x="1494" y="81"/>
                  <a:pt x="1498" y="89"/>
                </a:cubicBezTo>
                <a:cubicBezTo>
                  <a:pt x="1502" y="98"/>
                  <a:pt x="1504" y="107"/>
                  <a:pt x="1506" y="117"/>
                </a:cubicBezTo>
                <a:cubicBezTo>
                  <a:pt x="1508" y="126"/>
                  <a:pt x="1509" y="136"/>
                  <a:pt x="1509" y="145"/>
                </a:cubicBezTo>
                <a:lnTo>
                  <a:pt x="1509" y="1099"/>
                </a:lnTo>
                <a:cubicBezTo>
                  <a:pt x="1509" y="1108"/>
                  <a:pt x="1508" y="1118"/>
                  <a:pt x="1506" y="1127"/>
                </a:cubicBezTo>
                <a:cubicBezTo>
                  <a:pt x="1504" y="1136"/>
                  <a:pt x="1502" y="1145"/>
                  <a:pt x="1498" y="1154"/>
                </a:cubicBezTo>
                <a:cubicBezTo>
                  <a:pt x="1494" y="1163"/>
                  <a:pt x="1490" y="1171"/>
                  <a:pt x="1485" y="1179"/>
                </a:cubicBezTo>
                <a:cubicBezTo>
                  <a:pt x="1479" y="1187"/>
                  <a:pt x="1473" y="1195"/>
                  <a:pt x="1466" y="1201"/>
                </a:cubicBezTo>
                <a:cubicBezTo>
                  <a:pt x="1460" y="1208"/>
                  <a:pt x="1452" y="1214"/>
                  <a:pt x="1444" y="1220"/>
                </a:cubicBezTo>
                <a:cubicBezTo>
                  <a:pt x="1436" y="1225"/>
                  <a:pt x="1428" y="1229"/>
                  <a:pt x="1419" y="1233"/>
                </a:cubicBezTo>
                <a:cubicBezTo>
                  <a:pt x="1410" y="1237"/>
                  <a:pt x="1401" y="1239"/>
                  <a:pt x="1392" y="1241"/>
                </a:cubicBezTo>
                <a:cubicBezTo>
                  <a:pt x="1383" y="1243"/>
                  <a:pt x="1373" y="1244"/>
                  <a:pt x="1364" y="1244"/>
                </a:cubicBezTo>
                <a:lnTo>
                  <a:pt x="145" y="1244"/>
                </a:lnTo>
                <a:cubicBezTo>
                  <a:pt x="136" y="1244"/>
                  <a:pt x="126" y="1243"/>
                  <a:pt x="117" y="1241"/>
                </a:cubicBezTo>
                <a:cubicBezTo>
                  <a:pt x="108" y="1239"/>
                  <a:pt x="99" y="1237"/>
                  <a:pt x="90" y="1233"/>
                </a:cubicBezTo>
                <a:cubicBezTo>
                  <a:pt x="81" y="1229"/>
                  <a:pt x="73" y="1225"/>
                  <a:pt x="65" y="1220"/>
                </a:cubicBezTo>
                <a:cubicBezTo>
                  <a:pt x="57" y="1214"/>
                  <a:pt x="49" y="1208"/>
                  <a:pt x="43" y="1201"/>
                </a:cubicBezTo>
                <a:cubicBezTo>
                  <a:pt x="36" y="1195"/>
                  <a:pt x="30" y="1187"/>
                  <a:pt x="24" y="1179"/>
                </a:cubicBezTo>
                <a:cubicBezTo>
                  <a:pt x="19" y="1171"/>
                  <a:pt x="15" y="1163"/>
                  <a:pt x="11" y="1154"/>
                </a:cubicBezTo>
                <a:cubicBezTo>
                  <a:pt x="7" y="1145"/>
                  <a:pt x="5" y="1136"/>
                  <a:pt x="3" y="1127"/>
                </a:cubicBezTo>
                <a:cubicBezTo>
                  <a:pt x="1" y="1118"/>
                  <a:pt x="0" y="1108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1F7A48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743120" y="2538000"/>
            <a:ext cx="7927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Le das acceso a la cámara. Todo pasa en el momento; nada se guarda.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140480" y="3567960"/>
            <a:ext cx="22932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03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743120" y="3366720"/>
            <a:ext cx="92246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Te pide un gesto. Lo hacés. </a:t>
            </a:r>
            <a:r>
              <a:rPr lang="en-US" sz="195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MediaPipe te lee la cara de verdad</a:t>
            </a:r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parpadeo, giro,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766440" y="4348080"/>
            <a:ext cx="10658880" cy="733680"/>
          </a:xfrm>
          <a:custGeom>
            <a:avLst/>
            <a:gdLst/>
            <a:ahLst/>
            <a:rect l="0" t="0" r="r" b="b"/>
            <a:pathLst>
              <a:path w="29608" h="2038">
                <a:moveTo>
                  <a:pt x="0" y="1840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7"/>
                  <a:pt x="11" y="134"/>
                  <a:pt x="16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4"/>
                </a:cubicBezTo>
                <a:cubicBezTo>
                  <a:pt x="29461" y="6"/>
                  <a:pt x="29474" y="10"/>
                  <a:pt x="29486" y="15"/>
                </a:cubicBezTo>
                <a:cubicBezTo>
                  <a:pt x="29498" y="20"/>
                  <a:pt x="29509" y="26"/>
                  <a:pt x="29520" y="33"/>
                </a:cubicBezTo>
                <a:cubicBezTo>
                  <a:pt x="29531" y="40"/>
                  <a:pt x="29541" y="49"/>
                  <a:pt x="29550" y="58"/>
                </a:cubicBezTo>
                <a:cubicBezTo>
                  <a:pt x="29559" y="67"/>
                  <a:pt x="29568" y="77"/>
                  <a:pt x="29575" y="88"/>
                </a:cubicBezTo>
                <a:cubicBezTo>
                  <a:pt x="29582" y="99"/>
                  <a:pt x="29588" y="110"/>
                  <a:pt x="29593" y="122"/>
                </a:cubicBezTo>
                <a:cubicBezTo>
                  <a:pt x="29598" y="134"/>
                  <a:pt x="29602" y="147"/>
                  <a:pt x="29604" y="159"/>
                </a:cubicBezTo>
                <a:cubicBezTo>
                  <a:pt x="29607" y="172"/>
                  <a:pt x="29608" y="185"/>
                  <a:pt x="29608" y="198"/>
                </a:cubicBezTo>
                <a:lnTo>
                  <a:pt x="29608" y="1840"/>
                </a:lnTo>
                <a:cubicBezTo>
                  <a:pt x="29608" y="1853"/>
                  <a:pt x="29607" y="1866"/>
                  <a:pt x="29604" y="1878"/>
                </a:cubicBezTo>
                <a:cubicBezTo>
                  <a:pt x="29602" y="1891"/>
                  <a:pt x="29598" y="1903"/>
                  <a:pt x="29593" y="1916"/>
                </a:cubicBezTo>
                <a:cubicBezTo>
                  <a:pt x="29588" y="1928"/>
                  <a:pt x="29582" y="1939"/>
                  <a:pt x="29575" y="1950"/>
                </a:cubicBezTo>
                <a:cubicBezTo>
                  <a:pt x="29568" y="1961"/>
                  <a:pt x="29559" y="1971"/>
                  <a:pt x="29550" y="1980"/>
                </a:cubicBezTo>
                <a:cubicBezTo>
                  <a:pt x="29541" y="1989"/>
                  <a:pt x="29531" y="1997"/>
                  <a:pt x="29520" y="2005"/>
                </a:cubicBezTo>
                <a:cubicBezTo>
                  <a:pt x="29509" y="2012"/>
                  <a:pt x="29498" y="2018"/>
                  <a:pt x="29486" y="2023"/>
                </a:cubicBezTo>
                <a:cubicBezTo>
                  <a:pt x="29474" y="2028"/>
                  <a:pt x="29461" y="2032"/>
                  <a:pt x="29449" y="2034"/>
                </a:cubicBezTo>
                <a:cubicBezTo>
                  <a:pt x="29436" y="2037"/>
                  <a:pt x="29423" y="2038"/>
                  <a:pt x="29410" y="2038"/>
                </a:cubicBezTo>
                <a:lnTo>
                  <a:pt x="199" y="2038"/>
                </a:lnTo>
                <a:cubicBezTo>
                  <a:pt x="186" y="2038"/>
                  <a:pt x="173" y="2037"/>
                  <a:pt x="160" y="2034"/>
                </a:cubicBezTo>
                <a:cubicBezTo>
                  <a:pt x="147" y="2032"/>
                  <a:pt x="135" y="2028"/>
                  <a:pt x="123" y="2023"/>
                </a:cubicBezTo>
                <a:cubicBezTo>
                  <a:pt x="111" y="2018"/>
                  <a:pt x="99" y="2012"/>
                  <a:pt x="89" y="2005"/>
                </a:cubicBezTo>
                <a:cubicBezTo>
                  <a:pt x="78" y="1997"/>
                  <a:pt x="68" y="1989"/>
                  <a:pt x="59" y="1980"/>
                </a:cubicBezTo>
                <a:cubicBezTo>
                  <a:pt x="49" y="1971"/>
                  <a:pt x="41" y="1961"/>
                  <a:pt x="34" y="1950"/>
                </a:cubicBezTo>
                <a:cubicBezTo>
                  <a:pt x="27" y="1939"/>
                  <a:pt x="20" y="1928"/>
                  <a:pt x="16" y="1916"/>
                </a:cubicBezTo>
                <a:cubicBezTo>
                  <a:pt x="11" y="1903"/>
                  <a:pt x="7" y="1891"/>
                  <a:pt x="4" y="1878"/>
                </a:cubicBezTo>
                <a:cubicBezTo>
                  <a:pt x="2" y="1866"/>
                  <a:pt x="0" y="1853"/>
                  <a:pt x="0" y="1840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766440" y="4348080"/>
            <a:ext cx="10658880" cy="733680"/>
          </a:xfrm>
          <a:custGeom>
            <a:avLst/>
            <a:gdLst/>
            <a:ahLst/>
            <a:rect l="0" t="0" r="r" b="b"/>
            <a:pathLst>
              <a:path w="29608" h="2038">
                <a:moveTo>
                  <a:pt x="0" y="1840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7"/>
                  <a:pt x="11" y="134"/>
                  <a:pt x="16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4"/>
                </a:cubicBezTo>
                <a:cubicBezTo>
                  <a:pt x="29461" y="6"/>
                  <a:pt x="29474" y="10"/>
                  <a:pt x="29486" y="15"/>
                </a:cubicBezTo>
                <a:cubicBezTo>
                  <a:pt x="29498" y="20"/>
                  <a:pt x="29509" y="26"/>
                  <a:pt x="29520" y="33"/>
                </a:cubicBezTo>
                <a:cubicBezTo>
                  <a:pt x="29531" y="40"/>
                  <a:pt x="29541" y="49"/>
                  <a:pt x="29550" y="58"/>
                </a:cubicBezTo>
                <a:cubicBezTo>
                  <a:pt x="29559" y="67"/>
                  <a:pt x="29568" y="77"/>
                  <a:pt x="29575" y="88"/>
                </a:cubicBezTo>
                <a:cubicBezTo>
                  <a:pt x="29582" y="99"/>
                  <a:pt x="29588" y="110"/>
                  <a:pt x="29593" y="122"/>
                </a:cubicBezTo>
                <a:cubicBezTo>
                  <a:pt x="29598" y="134"/>
                  <a:pt x="29602" y="147"/>
                  <a:pt x="29604" y="159"/>
                </a:cubicBezTo>
                <a:cubicBezTo>
                  <a:pt x="29607" y="172"/>
                  <a:pt x="29608" y="185"/>
                  <a:pt x="29608" y="198"/>
                </a:cubicBezTo>
                <a:lnTo>
                  <a:pt x="29608" y="1840"/>
                </a:lnTo>
                <a:cubicBezTo>
                  <a:pt x="29608" y="1853"/>
                  <a:pt x="29607" y="1866"/>
                  <a:pt x="29604" y="1878"/>
                </a:cubicBezTo>
                <a:cubicBezTo>
                  <a:pt x="29602" y="1891"/>
                  <a:pt x="29598" y="1903"/>
                  <a:pt x="29593" y="1916"/>
                </a:cubicBezTo>
                <a:cubicBezTo>
                  <a:pt x="29588" y="1928"/>
                  <a:pt x="29582" y="1939"/>
                  <a:pt x="29575" y="1950"/>
                </a:cubicBezTo>
                <a:cubicBezTo>
                  <a:pt x="29568" y="1961"/>
                  <a:pt x="29559" y="1971"/>
                  <a:pt x="29550" y="1980"/>
                </a:cubicBezTo>
                <a:cubicBezTo>
                  <a:pt x="29541" y="1989"/>
                  <a:pt x="29531" y="1997"/>
                  <a:pt x="29520" y="2005"/>
                </a:cubicBezTo>
                <a:cubicBezTo>
                  <a:pt x="29509" y="2012"/>
                  <a:pt x="29498" y="2018"/>
                  <a:pt x="29486" y="2023"/>
                </a:cubicBezTo>
                <a:cubicBezTo>
                  <a:pt x="29474" y="2028"/>
                  <a:pt x="29461" y="2032"/>
                  <a:pt x="29449" y="2034"/>
                </a:cubicBezTo>
                <a:cubicBezTo>
                  <a:pt x="29436" y="2037"/>
                  <a:pt x="29423" y="2038"/>
                  <a:pt x="29410" y="2038"/>
                </a:cubicBezTo>
                <a:lnTo>
                  <a:pt x="199" y="2038"/>
                </a:lnTo>
                <a:cubicBezTo>
                  <a:pt x="186" y="2038"/>
                  <a:pt x="173" y="2037"/>
                  <a:pt x="160" y="2034"/>
                </a:cubicBezTo>
                <a:cubicBezTo>
                  <a:pt x="147" y="2032"/>
                  <a:pt x="135" y="2028"/>
                  <a:pt x="123" y="2023"/>
                </a:cubicBezTo>
                <a:cubicBezTo>
                  <a:pt x="111" y="2018"/>
                  <a:pt x="99" y="2012"/>
                  <a:pt x="89" y="2005"/>
                </a:cubicBezTo>
                <a:cubicBezTo>
                  <a:pt x="78" y="1997"/>
                  <a:pt x="68" y="1989"/>
                  <a:pt x="59" y="1980"/>
                </a:cubicBezTo>
                <a:cubicBezTo>
                  <a:pt x="49" y="1971"/>
                  <a:pt x="41" y="1961"/>
                  <a:pt x="34" y="1950"/>
                </a:cubicBezTo>
                <a:cubicBezTo>
                  <a:pt x="27" y="1939"/>
                  <a:pt x="20" y="1928"/>
                  <a:pt x="16" y="1916"/>
                </a:cubicBezTo>
                <a:cubicBezTo>
                  <a:pt x="11" y="1903"/>
                  <a:pt x="7" y="1891"/>
                  <a:pt x="4" y="1878"/>
                </a:cubicBezTo>
                <a:cubicBezTo>
                  <a:pt x="2" y="1866"/>
                  <a:pt x="0" y="1853"/>
                  <a:pt x="0" y="1840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985680" y="4491000"/>
            <a:ext cx="543240" cy="447840"/>
          </a:xfrm>
          <a:custGeom>
            <a:avLst/>
            <a:gdLst/>
            <a:ahLst/>
            <a:rect l="0" t="0" r="r" b="b"/>
            <a:pathLst>
              <a:path w="1509" h="1244">
                <a:moveTo>
                  <a:pt x="0" y="1099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1364" y="0"/>
                </a:lnTo>
                <a:cubicBezTo>
                  <a:pt x="1373" y="0"/>
                  <a:pt x="1383" y="1"/>
                  <a:pt x="1392" y="2"/>
                </a:cubicBezTo>
                <a:cubicBezTo>
                  <a:pt x="1401" y="4"/>
                  <a:pt x="1410" y="7"/>
                  <a:pt x="1419" y="11"/>
                </a:cubicBezTo>
                <a:cubicBezTo>
                  <a:pt x="1428" y="14"/>
                  <a:pt x="1436" y="19"/>
                  <a:pt x="1444" y="24"/>
                </a:cubicBezTo>
                <a:cubicBezTo>
                  <a:pt x="1452" y="29"/>
                  <a:pt x="1460" y="35"/>
                  <a:pt x="1466" y="42"/>
                </a:cubicBezTo>
                <a:cubicBezTo>
                  <a:pt x="1473" y="49"/>
                  <a:pt x="1479" y="56"/>
                  <a:pt x="1485" y="64"/>
                </a:cubicBezTo>
                <a:cubicBezTo>
                  <a:pt x="1490" y="72"/>
                  <a:pt x="1494" y="81"/>
                  <a:pt x="1498" y="89"/>
                </a:cubicBezTo>
                <a:cubicBezTo>
                  <a:pt x="1502" y="98"/>
                  <a:pt x="1504" y="107"/>
                  <a:pt x="1506" y="117"/>
                </a:cubicBezTo>
                <a:cubicBezTo>
                  <a:pt x="1508" y="126"/>
                  <a:pt x="1509" y="136"/>
                  <a:pt x="1509" y="145"/>
                </a:cubicBezTo>
                <a:lnTo>
                  <a:pt x="1509" y="1099"/>
                </a:lnTo>
                <a:cubicBezTo>
                  <a:pt x="1509" y="1108"/>
                  <a:pt x="1508" y="1118"/>
                  <a:pt x="1506" y="1127"/>
                </a:cubicBezTo>
                <a:cubicBezTo>
                  <a:pt x="1504" y="1136"/>
                  <a:pt x="1502" y="1145"/>
                  <a:pt x="1498" y="1154"/>
                </a:cubicBezTo>
                <a:cubicBezTo>
                  <a:pt x="1494" y="1163"/>
                  <a:pt x="1490" y="1172"/>
                  <a:pt x="1485" y="1179"/>
                </a:cubicBezTo>
                <a:cubicBezTo>
                  <a:pt x="1479" y="1187"/>
                  <a:pt x="1473" y="1195"/>
                  <a:pt x="1466" y="1202"/>
                </a:cubicBezTo>
                <a:cubicBezTo>
                  <a:pt x="1460" y="1208"/>
                  <a:pt x="1452" y="1214"/>
                  <a:pt x="1444" y="1220"/>
                </a:cubicBezTo>
                <a:cubicBezTo>
                  <a:pt x="1436" y="1225"/>
                  <a:pt x="1428" y="1229"/>
                  <a:pt x="1419" y="1233"/>
                </a:cubicBezTo>
                <a:cubicBezTo>
                  <a:pt x="1410" y="1237"/>
                  <a:pt x="1401" y="1239"/>
                  <a:pt x="1392" y="1241"/>
                </a:cubicBezTo>
                <a:cubicBezTo>
                  <a:pt x="1383" y="1243"/>
                  <a:pt x="1373" y="1244"/>
                  <a:pt x="1364" y="1244"/>
                </a:cubicBezTo>
                <a:lnTo>
                  <a:pt x="145" y="1244"/>
                </a:lnTo>
                <a:cubicBezTo>
                  <a:pt x="136" y="1244"/>
                  <a:pt x="126" y="1243"/>
                  <a:pt x="117" y="1241"/>
                </a:cubicBezTo>
                <a:cubicBezTo>
                  <a:pt x="108" y="1239"/>
                  <a:pt x="99" y="1237"/>
                  <a:pt x="90" y="1233"/>
                </a:cubicBezTo>
                <a:cubicBezTo>
                  <a:pt x="81" y="1229"/>
                  <a:pt x="73" y="1225"/>
                  <a:pt x="65" y="1220"/>
                </a:cubicBezTo>
                <a:cubicBezTo>
                  <a:pt x="57" y="1214"/>
                  <a:pt x="49" y="1208"/>
                  <a:pt x="43" y="1202"/>
                </a:cubicBezTo>
                <a:cubicBezTo>
                  <a:pt x="36" y="1195"/>
                  <a:pt x="30" y="1187"/>
                  <a:pt x="24" y="1179"/>
                </a:cubicBezTo>
                <a:cubicBezTo>
                  <a:pt x="19" y="1172"/>
                  <a:pt x="15" y="1163"/>
                  <a:pt x="11" y="1154"/>
                </a:cubicBezTo>
                <a:cubicBezTo>
                  <a:pt x="7" y="1145"/>
                  <a:pt x="5" y="1136"/>
                  <a:pt x="3" y="1127"/>
                </a:cubicBezTo>
                <a:cubicBezTo>
                  <a:pt x="1" y="1118"/>
                  <a:pt x="0" y="1108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1F7A48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1743120" y="3738240"/>
            <a:ext cx="12297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inclinación.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140480" y="4587120"/>
            <a:ext cx="22932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04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743120" y="4576320"/>
            <a:ext cx="60624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Pasás ese paso → el siguiente es más exigente. Y así.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2951280" y="5331960"/>
            <a:ext cx="620460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No está hecho para que apruebes.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2713320" y="5789160"/>
            <a:ext cx="66697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Está hecho para que </a:t>
            </a:r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te lo preguntes</a:t>
            </a:r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776160" y="1547640"/>
            <a:ext cx="10649160" cy="1086120"/>
          </a:xfrm>
          <a:custGeom>
            <a:avLst/>
            <a:gdLst/>
            <a:ahLst/>
            <a:rect l="0" t="0" r="r" b="b"/>
            <a:pathLst>
              <a:path w="29581" h="3017">
                <a:moveTo>
                  <a:pt x="0" y="2819"/>
                </a:moveTo>
                <a:lnTo>
                  <a:pt x="0" y="198"/>
                </a:lnTo>
                <a:cubicBezTo>
                  <a:pt x="0" y="185"/>
                  <a:pt x="1" y="172"/>
                  <a:pt x="3" y="160"/>
                </a:cubicBezTo>
                <a:cubicBezTo>
                  <a:pt x="5" y="147"/>
                  <a:pt x="9" y="135"/>
                  <a:pt x="13" y="122"/>
                </a:cubicBezTo>
                <a:cubicBezTo>
                  <a:pt x="17" y="110"/>
                  <a:pt x="23" y="99"/>
                  <a:pt x="29" y="88"/>
                </a:cubicBezTo>
                <a:cubicBezTo>
                  <a:pt x="35" y="77"/>
                  <a:pt x="42" y="67"/>
                  <a:pt x="50" y="58"/>
                </a:cubicBezTo>
                <a:cubicBezTo>
                  <a:pt x="58" y="49"/>
                  <a:pt x="67" y="41"/>
                  <a:pt x="76" y="33"/>
                </a:cubicBezTo>
                <a:cubicBezTo>
                  <a:pt x="86" y="26"/>
                  <a:pt x="96" y="20"/>
                  <a:pt x="106" y="15"/>
                </a:cubicBezTo>
                <a:cubicBezTo>
                  <a:pt x="116" y="10"/>
                  <a:pt x="127" y="6"/>
                  <a:pt x="138" y="4"/>
                </a:cubicBezTo>
                <a:cubicBezTo>
                  <a:pt x="149" y="1"/>
                  <a:pt x="161" y="0"/>
                  <a:pt x="172" y="0"/>
                </a:cubicBezTo>
                <a:lnTo>
                  <a:pt x="29383" y="0"/>
                </a:lnTo>
                <a:cubicBezTo>
                  <a:pt x="29396" y="0"/>
                  <a:pt x="29409" y="1"/>
                  <a:pt x="29422" y="4"/>
                </a:cubicBezTo>
                <a:cubicBezTo>
                  <a:pt x="29434" y="6"/>
                  <a:pt x="29447" y="10"/>
                  <a:pt x="29459" y="15"/>
                </a:cubicBezTo>
                <a:cubicBezTo>
                  <a:pt x="29471" y="20"/>
                  <a:pt x="29482" y="26"/>
                  <a:pt x="29493" y="33"/>
                </a:cubicBezTo>
                <a:cubicBezTo>
                  <a:pt x="29504" y="41"/>
                  <a:pt x="29514" y="49"/>
                  <a:pt x="29523" y="58"/>
                </a:cubicBezTo>
                <a:cubicBezTo>
                  <a:pt x="29532" y="67"/>
                  <a:pt x="29541" y="77"/>
                  <a:pt x="29548" y="88"/>
                </a:cubicBezTo>
                <a:cubicBezTo>
                  <a:pt x="29555" y="99"/>
                  <a:pt x="29561" y="110"/>
                  <a:pt x="29566" y="122"/>
                </a:cubicBezTo>
                <a:cubicBezTo>
                  <a:pt x="29571" y="135"/>
                  <a:pt x="29575" y="147"/>
                  <a:pt x="29577" y="160"/>
                </a:cubicBezTo>
                <a:cubicBezTo>
                  <a:pt x="29580" y="172"/>
                  <a:pt x="29581" y="185"/>
                  <a:pt x="29581" y="198"/>
                </a:cubicBezTo>
                <a:lnTo>
                  <a:pt x="29581" y="2819"/>
                </a:lnTo>
                <a:cubicBezTo>
                  <a:pt x="29581" y="2832"/>
                  <a:pt x="29580" y="2845"/>
                  <a:pt x="29577" y="2858"/>
                </a:cubicBezTo>
                <a:cubicBezTo>
                  <a:pt x="29575" y="2870"/>
                  <a:pt x="29571" y="2883"/>
                  <a:pt x="29566" y="2895"/>
                </a:cubicBezTo>
                <a:cubicBezTo>
                  <a:pt x="29561" y="2907"/>
                  <a:pt x="29555" y="2918"/>
                  <a:pt x="29548" y="2929"/>
                </a:cubicBezTo>
                <a:cubicBezTo>
                  <a:pt x="29541" y="2940"/>
                  <a:pt x="29532" y="2950"/>
                  <a:pt x="29523" y="2959"/>
                </a:cubicBezTo>
                <a:cubicBezTo>
                  <a:pt x="29514" y="2968"/>
                  <a:pt x="29504" y="2977"/>
                  <a:pt x="29493" y="2984"/>
                </a:cubicBezTo>
                <a:cubicBezTo>
                  <a:pt x="29482" y="2991"/>
                  <a:pt x="29471" y="2997"/>
                  <a:pt x="29459" y="3002"/>
                </a:cubicBezTo>
                <a:cubicBezTo>
                  <a:pt x="29447" y="3007"/>
                  <a:pt x="29434" y="3011"/>
                  <a:pt x="29422" y="3013"/>
                </a:cubicBezTo>
                <a:cubicBezTo>
                  <a:pt x="29409" y="3016"/>
                  <a:pt x="29396" y="3017"/>
                  <a:pt x="29383" y="3017"/>
                </a:cubicBezTo>
                <a:lnTo>
                  <a:pt x="172" y="3017"/>
                </a:lnTo>
                <a:cubicBezTo>
                  <a:pt x="161" y="3017"/>
                  <a:pt x="149" y="3016"/>
                  <a:pt x="138" y="3013"/>
                </a:cubicBezTo>
                <a:cubicBezTo>
                  <a:pt x="127" y="3011"/>
                  <a:pt x="116" y="3007"/>
                  <a:pt x="106" y="3002"/>
                </a:cubicBezTo>
                <a:cubicBezTo>
                  <a:pt x="96" y="2997"/>
                  <a:pt x="86" y="2991"/>
                  <a:pt x="76" y="2984"/>
                </a:cubicBezTo>
                <a:cubicBezTo>
                  <a:pt x="67" y="2977"/>
                  <a:pt x="58" y="2968"/>
                  <a:pt x="50" y="2959"/>
                </a:cubicBezTo>
                <a:cubicBezTo>
                  <a:pt x="42" y="2950"/>
                  <a:pt x="35" y="2940"/>
                  <a:pt x="29" y="2929"/>
                </a:cubicBezTo>
                <a:cubicBezTo>
                  <a:pt x="23" y="2918"/>
                  <a:pt x="17" y="2907"/>
                  <a:pt x="13" y="2895"/>
                </a:cubicBezTo>
                <a:cubicBezTo>
                  <a:pt x="9" y="2883"/>
                  <a:pt x="5" y="2870"/>
                  <a:pt x="3" y="2858"/>
                </a:cubicBezTo>
                <a:cubicBezTo>
                  <a:pt x="1" y="2845"/>
                  <a:pt x="0" y="2832"/>
                  <a:pt x="0" y="2819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814680" y="1552320"/>
            <a:ext cx="10586880" cy="33840"/>
          </a:xfrm>
          <a:custGeom>
            <a:avLst/>
            <a:gdLst/>
            <a:ahLst/>
            <a:rect l="0" t="0" r="r" b="b"/>
            <a:pathLst>
              <a:path w="29408" h="94">
                <a:moveTo>
                  <a:pt x="29371" y="94"/>
                </a:moveTo>
                <a:lnTo>
                  <a:pt x="208" y="94"/>
                </a:lnTo>
                <a:lnTo>
                  <a:pt x="0" y="24"/>
                </a:lnTo>
                <a:cubicBezTo>
                  <a:pt x="5" y="20"/>
                  <a:pt x="9" y="17"/>
                  <a:pt x="14" y="14"/>
                </a:cubicBezTo>
                <a:cubicBezTo>
                  <a:pt x="30" y="5"/>
                  <a:pt x="47" y="0"/>
                  <a:pt x="65" y="0"/>
                </a:cubicBezTo>
                <a:lnTo>
                  <a:pt x="29276" y="0"/>
                </a:lnTo>
                <a:cubicBezTo>
                  <a:pt x="29300" y="0"/>
                  <a:pt x="29324" y="5"/>
                  <a:pt x="29347" y="14"/>
                </a:cubicBezTo>
                <a:cubicBezTo>
                  <a:pt x="29369" y="24"/>
                  <a:pt x="29389" y="37"/>
                  <a:pt x="29407" y="54"/>
                </a:cubicBezTo>
                <a:cubicBezTo>
                  <a:pt x="29407" y="55"/>
                  <a:pt x="29408" y="55"/>
                  <a:pt x="29408" y="56"/>
                </a:cubicBezTo>
                <a:lnTo>
                  <a:pt x="29371" y="94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814680" y="2595240"/>
            <a:ext cx="10586880" cy="33840"/>
          </a:xfrm>
          <a:custGeom>
            <a:avLst/>
            <a:gdLst/>
            <a:ahLst/>
            <a:rect l="0" t="0" r="r" b="b"/>
            <a:pathLst>
              <a:path w="29408" h="94">
                <a:moveTo>
                  <a:pt x="208" y="0"/>
                </a:moveTo>
                <a:lnTo>
                  <a:pt x="29371" y="0"/>
                </a:lnTo>
                <a:lnTo>
                  <a:pt x="29408" y="38"/>
                </a:lnTo>
                <a:cubicBezTo>
                  <a:pt x="29408" y="39"/>
                  <a:pt x="29407" y="39"/>
                  <a:pt x="29407" y="40"/>
                </a:cubicBezTo>
                <a:cubicBezTo>
                  <a:pt x="29389" y="57"/>
                  <a:pt x="29369" y="71"/>
                  <a:pt x="29347" y="80"/>
                </a:cubicBezTo>
                <a:cubicBezTo>
                  <a:pt x="29324" y="89"/>
                  <a:pt x="29300" y="94"/>
                  <a:pt x="29276" y="94"/>
                </a:cubicBezTo>
                <a:lnTo>
                  <a:pt x="65" y="94"/>
                </a:lnTo>
                <a:cubicBezTo>
                  <a:pt x="47" y="94"/>
                  <a:pt x="30" y="89"/>
                  <a:pt x="14" y="80"/>
                </a:cubicBezTo>
                <a:cubicBezTo>
                  <a:pt x="9" y="77"/>
                  <a:pt x="5" y="74"/>
                  <a:pt x="0" y="71"/>
                </a:cubicBezTo>
                <a:lnTo>
                  <a:pt x="208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11386800" y="1571760"/>
            <a:ext cx="33840" cy="1037880"/>
          </a:xfrm>
          <a:custGeom>
            <a:avLst/>
            <a:gdLst/>
            <a:ahLst/>
            <a:rect l="0" t="0" r="r" b="b"/>
            <a:pathLst>
              <a:path w="94" h="2883">
                <a:moveTo>
                  <a:pt x="0" y="2844"/>
                </a:moveTo>
                <a:lnTo>
                  <a:pt x="0" y="39"/>
                </a:lnTo>
                <a:lnTo>
                  <a:pt x="39" y="0"/>
                </a:lnTo>
                <a:cubicBezTo>
                  <a:pt x="56" y="18"/>
                  <a:pt x="71" y="38"/>
                  <a:pt x="80" y="61"/>
                </a:cubicBezTo>
                <a:cubicBezTo>
                  <a:pt x="89" y="83"/>
                  <a:pt x="94" y="107"/>
                  <a:pt x="94" y="131"/>
                </a:cubicBezTo>
                <a:lnTo>
                  <a:pt x="94" y="2751"/>
                </a:lnTo>
                <a:cubicBezTo>
                  <a:pt x="94" y="2775"/>
                  <a:pt x="89" y="2799"/>
                  <a:pt x="80" y="2822"/>
                </a:cubicBezTo>
                <a:cubicBezTo>
                  <a:pt x="71" y="2845"/>
                  <a:pt x="56" y="2865"/>
                  <a:pt x="39" y="2883"/>
                </a:cubicBezTo>
                <a:lnTo>
                  <a:pt x="0" y="2844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790560" y="1560600"/>
            <a:ext cx="38520" cy="1060200"/>
          </a:xfrm>
          <a:custGeom>
            <a:avLst/>
            <a:gdLst/>
            <a:ahLst/>
            <a:rect l="0" t="0" r="r" b="b"/>
            <a:pathLst>
              <a:path w="107" h="2945">
                <a:moveTo>
                  <a:pt x="107" y="13"/>
                </a:moveTo>
                <a:lnTo>
                  <a:pt x="107" y="2932"/>
                </a:lnTo>
                <a:lnTo>
                  <a:pt x="68" y="2945"/>
                </a:lnTo>
                <a:cubicBezTo>
                  <a:pt x="57" y="2937"/>
                  <a:pt x="47" y="2926"/>
                  <a:pt x="38" y="2914"/>
                </a:cubicBezTo>
                <a:cubicBezTo>
                  <a:pt x="26" y="2896"/>
                  <a:pt x="16" y="2876"/>
                  <a:pt x="10" y="2854"/>
                </a:cubicBezTo>
                <a:cubicBezTo>
                  <a:pt x="3" y="2831"/>
                  <a:pt x="0" y="2807"/>
                  <a:pt x="0" y="2783"/>
                </a:cubicBezTo>
                <a:lnTo>
                  <a:pt x="0" y="163"/>
                </a:lnTo>
                <a:cubicBezTo>
                  <a:pt x="0" y="139"/>
                  <a:pt x="3" y="115"/>
                  <a:pt x="10" y="93"/>
                </a:cubicBezTo>
                <a:cubicBezTo>
                  <a:pt x="16" y="69"/>
                  <a:pt x="26" y="49"/>
                  <a:pt x="38" y="31"/>
                </a:cubicBezTo>
                <a:cubicBezTo>
                  <a:pt x="47" y="19"/>
                  <a:pt x="57" y="8"/>
                  <a:pt x="68" y="0"/>
                </a:cubicBezTo>
                <a:lnTo>
                  <a:pt x="107" y="13"/>
                </a:lnTo>
                <a:close/>
              </a:path>
            </a:pathLst>
          </a:custGeom>
          <a:solidFill>
            <a:srgbClr val="1F7A4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62120" y="817200"/>
            <a:ext cx="37285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Primeras reacciones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1000080" y="1691280"/>
            <a:ext cx="823680" cy="19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DDC84"/>
                </a:solidFill>
                <a:effectLst/>
                <a:uFillTx/>
                <a:latin typeface="Adwaita-Mono"/>
                <a:ea typeface="Adwaita-Mono"/>
              </a:rPr>
              <a:t>★ ☆ ☆ ☆ ☆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000080" y="1973520"/>
            <a:ext cx="60483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729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"Hice todo lo que me pidió. Sigo sin ser humano oficialmente."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776160" y="2757240"/>
            <a:ext cx="10649160" cy="1086120"/>
          </a:xfrm>
          <a:custGeom>
            <a:avLst/>
            <a:gdLst/>
            <a:ahLst/>
            <a:rect l="0" t="0" r="r" b="b"/>
            <a:pathLst>
              <a:path w="29581" h="3017">
                <a:moveTo>
                  <a:pt x="0" y="2818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5" y="147"/>
                  <a:pt x="9" y="135"/>
                  <a:pt x="13" y="123"/>
                </a:cubicBezTo>
                <a:cubicBezTo>
                  <a:pt x="17" y="111"/>
                  <a:pt x="23" y="99"/>
                  <a:pt x="29" y="88"/>
                </a:cubicBezTo>
                <a:cubicBezTo>
                  <a:pt x="35" y="78"/>
                  <a:pt x="42" y="68"/>
                  <a:pt x="50" y="58"/>
                </a:cubicBezTo>
                <a:cubicBezTo>
                  <a:pt x="58" y="49"/>
                  <a:pt x="67" y="41"/>
                  <a:pt x="76" y="34"/>
                </a:cubicBezTo>
                <a:cubicBezTo>
                  <a:pt x="86" y="26"/>
                  <a:pt x="96" y="20"/>
                  <a:pt x="106" y="15"/>
                </a:cubicBezTo>
                <a:cubicBezTo>
                  <a:pt x="116" y="10"/>
                  <a:pt x="127" y="7"/>
                  <a:pt x="138" y="4"/>
                </a:cubicBezTo>
                <a:cubicBezTo>
                  <a:pt x="149" y="1"/>
                  <a:pt x="161" y="0"/>
                  <a:pt x="172" y="0"/>
                </a:cubicBezTo>
                <a:lnTo>
                  <a:pt x="29383" y="0"/>
                </a:lnTo>
                <a:cubicBezTo>
                  <a:pt x="29396" y="0"/>
                  <a:pt x="29409" y="1"/>
                  <a:pt x="29422" y="4"/>
                </a:cubicBezTo>
                <a:cubicBezTo>
                  <a:pt x="29434" y="7"/>
                  <a:pt x="29447" y="10"/>
                  <a:pt x="29459" y="15"/>
                </a:cubicBezTo>
                <a:cubicBezTo>
                  <a:pt x="29471" y="20"/>
                  <a:pt x="29482" y="26"/>
                  <a:pt x="29493" y="34"/>
                </a:cubicBezTo>
                <a:cubicBezTo>
                  <a:pt x="29504" y="41"/>
                  <a:pt x="29514" y="49"/>
                  <a:pt x="29523" y="58"/>
                </a:cubicBezTo>
                <a:cubicBezTo>
                  <a:pt x="29532" y="68"/>
                  <a:pt x="29541" y="78"/>
                  <a:pt x="29548" y="88"/>
                </a:cubicBezTo>
                <a:cubicBezTo>
                  <a:pt x="29555" y="99"/>
                  <a:pt x="29561" y="111"/>
                  <a:pt x="29566" y="123"/>
                </a:cubicBezTo>
                <a:cubicBezTo>
                  <a:pt x="29571" y="135"/>
                  <a:pt x="29575" y="147"/>
                  <a:pt x="29577" y="160"/>
                </a:cubicBezTo>
                <a:cubicBezTo>
                  <a:pt x="29580" y="173"/>
                  <a:pt x="29581" y="186"/>
                  <a:pt x="29581" y="199"/>
                </a:cubicBezTo>
                <a:lnTo>
                  <a:pt x="29581" y="2818"/>
                </a:lnTo>
                <a:cubicBezTo>
                  <a:pt x="29581" y="2831"/>
                  <a:pt x="29580" y="2844"/>
                  <a:pt x="29577" y="2857"/>
                </a:cubicBezTo>
                <a:cubicBezTo>
                  <a:pt x="29575" y="2869"/>
                  <a:pt x="29571" y="2882"/>
                  <a:pt x="29566" y="2894"/>
                </a:cubicBezTo>
                <a:cubicBezTo>
                  <a:pt x="29561" y="2907"/>
                  <a:pt x="29555" y="2918"/>
                  <a:pt x="29548" y="2929"/>
                </a:cubicBezTo>
                <a:cubicBezTo>
                  <a:pt x="29541" y="2940"/>
                  <a:pt x="29532" y="2950"/>
                  <a:pt x="29523" y="2959"/>
                </a:cubicBezTo>
                <a:cubicBezTo>
                  <a:pt x="29514" y="2969"/>
                  <a:pt x="29504" y="2977"/>
                  <a:pt x="29493" y="2984"/>
                </a:cubicBezTo>
                <a:cubicBezTo>
                  <a:pt x="29482" y="2991"/>
                  <a:pt x="29471" y="2997"/>
                  <a:pt x="29459" y="3002"/>
                </a:cubicBezTo>
                <a:cubicBezTo>
                  <a:pt x="29447" y="3007"/>
                  <a:pt x="29434" y="3011"/>
                  <a:pt x="29422" y="3014"/>
                </a:cubicBezTo>
                <a:cubicBezTo>
                  <a:pt x="29409" y="3016"/>
                  <a:pt x="29396" y="3017"/>
                  <a:pt x="29383" y="3017"/>
                </a:cubicBezTo>
                <a:lnTo>
                  <a:pt x="172" y="3017"/>
                </a:lnTo>
                <a:cubicBezTo>
                  <a:pt x="161" y="3017"/>
                  <a:pt x="149" y="3016"/>
                  <a:pt x="138" y="3014"/>
                </a:cubicBezTo>
                <a:cubicBezTo>
                  <a:pt x="127" y="3011"/>
                  <a:pt x="116" y="3007"/>
                  <a:pt x="106" y="3002"/>
                </a:cubicBezTo>
                <a:cubicBezTo>
                  <a:pt x="96" y="2997"/>
                  <a:pt x="86" y="2991"/>
                  <a:pt x="76" y="2984"/>
                </a:cubicBezTo>
                <a:cubicBezTo>
                  <a:pt x="67" y="2977"/>
                  <a:pt x="58" y="2969"/>
                  <a:pt x="50" y="2959"/>
                </a:cubicBezTo>
                <a:cubicBezTo>
                  <a:pt x="42" y="2950"/>
                  <a:pt x="35" y="2940"/>
                  <a:pt x="29" y="2929"/>
                </a:cubicBezTo>
                <a:cubicBezTo>
                  <a:pt x="23" y="2918"/>
                  <a:pt x="17" y="2907"/>
                  <a:pt x="13" y="2894"/>
                </a:cubicBezTo>
                <a:cubicBezTo>
                  <a:pt x="9" y="2882"/>
                  <a:pt x="5" y="2869"/>
                  <a:pt x="3" y="2857"/>
                </a:cubicBezTo>
                <a:cubicBezTo>
                  <a:pt x="1" y="2844"/>
                  <a:pt x="0" y="2831"/>
                  <a:pt x="0" y="2818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814680" y="2761920"/>
            <a:ext cx="10586880" cy="33840"/>
          </a:xfrm>
          <a:custGeom>
            <a:avLst/>
            <a:gdLst/>
            <a:ahLst/>
            <a:rect l="0" t="0" r="r" b="b"/>
            <a:pathLst>
              <a:path w="29408" h="94">
                <a:moveTo>
                  <a:pt x="29371" y="94"/>
                </a:moveTo>
                <a:lnTo>
                  <a:pt x="208" y="94"/>
                </a:lnTo>
                <a:lnTo>
                  <a:pt x="0" y="25"/>
                </a:lnTo>
                <a:cubicBezTo>
                  <a:pt x="5" y="21"/>
                  <a:pt x="9" y="18"/>
                  <a:pt x="14" y="16"/>
                </a:cubicBezTo>
                <a:cubicBezTo>
                  <a:pt x="30" y="5"/>
                  <a:pt x="47" y="0"/>
                  <a:pt x="65" y="0"/>
                </a:cubicBezTo>
                <a:lnTo>
                  <a:pt x="29276" y="0"/>
                </a:lnTo>
                <a:cubicBezTo>
                  <a:pt x="29300" y="0"/>
                  <a:pt x="29324" y="5"/>
                  <a:pt x="29347" y="16"/>
                </a:cubicBezTo>
                <a:cubicBezTo>
                  <a:pt x="29369" y="25"/>
                  <a:pt x="29389" y="38"/>
                  <a:pt x="29407" y="56"/>
                </a:cubicBezTo>
                <a:lnTo>
                  <a:pt x="29408" y="57"/>
                </a:lnTo>
                <a:lnTo>
                  <a:pt x="29371" y="94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814680" y="3805200"/>
            <a:ext cx="10586880" cy="33480"/>
          </a:xfrm>
          <a:custGeom>
            <a:avLst/>
            <a:gdLst/>
            <a:ahLst/>
            <a:rect l="0" t="0" r="r" b="b"/>
            <a:pathLst>
              <a:path w="29408" h="93">
                <a:moveTo>
                  <a:pt x="208" y="0"/>
                </a:moveTo>
                <a:lnTo>
                  <a:pt x="29371" y="0"/>
                </a:lnTo>
                <a:lnTo>
                  <a:pt x="29408" y="37"/>
                </a:lnTo>
                <a:lnTo>
                  <a:pt x="29407" y="38"/>
                </a:lnTo>
                <a:cubicBezTo>
                  <a:pt x="29389" y="55"/>
                  <a:pt x="29369" y="70"/>
                  <a:pt x="29347" y="79"/>
                </a:cubicBezTo>
                <a:cubicBezTo>
                  <a:pt x="29324" y="89"/>
                  <a:pt x="29300" y="93"/>
                  <a:pt x="29276" y="93"/>
                </a:cubicBezTo>
                <a:lnTo>
                  <a:pt x="65" y="93"/>
                </a:lnTo>
                <a:cubicBezTo>
                  <a:pt x="47" y="93"/>
                  <a:pt x="30" y="89"/>
                  <a:pt x="14" y="79"/>
                </a:cubicBezTo>
                <a:cubicBezTo>
                  <a:pt x="9" y="76"/>
                  <a:pt x="5" y="73"/>
                  <a:pt x="0" y="70"/>
                </a:cubicBezTo>
                <a:lnTo>
                  <a:pt x="208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11386800" y="2781720"/>
            <a:ext cx="33840" cy="1037520"/>
          </a:xfrm>
          <a:custGeom>
            <a:avLst/>
            <a:gdLst/>
            <a:ahLst/>
            <a:rect l="0" t="0" r="r" b="b"/>
            <a:pathLst>
              <a:path w="94" h="2882">
                <a:moveTo>
                  <a:pt x="0" y="2844"/>
                </a:moveTo>
                <a:lnTo>
                  <a:pt x="0" y="38"/>
                </a:lnTo>
                <a:lnTo>
                  <a:pt x="39" y="0"/>
                </a:lnTo>
                <a:cubicBezTo>
                  <a:pt x="56" y="17"/>
                  <a:pt x="71" y="37"/>
                  <a:pt x="80" y="60"/>
                </a:cubicBezTo>
                <a:cubicBezTo>
                  <a:pt x="89" y="82"/>
                  <a:pt x="94" y="106"/>
                  <a:pt x="94" y="131"/>
                </a:cubicBezTo>
                <a:lnTo>
                  <a:pt x="94" y="2751"/>
                </a:lnTo>
                <a:cubicBezTo>
                  <a:pt x="94" y="2776"/>
                  <a:pt x="89" y="2799"/>
                  <a:pt x="80" y="2822"/>
                </a:cubicBezTo>
                <a:cubicBezTo>
                  <a:pt x="71" y="2845"/>
                  <a:pt x="56" y="2865"/>
                  <a:pt x="39" y="2882"/>
                </a:cubicBezTo>
                <a:lnTo>
                  <a:pt x="0" y="2844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790560" y="2770200"/>
            <a:ext cx="38520" cy="1060200"/>
          </a:xfrm>
          <a:custGeom>
            <a:avLst/>
            <a:gdLst/>
            <a:ahLst/>
            <a:rect l="0" t="0" r="r" b="b"/>
            <a:pathLst>
              <a:path w="107" h="2945">
                <a:moveTo>
                  <a:pt x="107" y="13"/>
                </a:moveTo>
                <a:lnTo>
                  <a:pt x="107" y="2933"/>
                </a:lnTo>
                <a:lnTo>
                  <a:pt x="68" y="2945"/>
                </a:lnTo>
                <a:cubicBezTo>
                  <a:pt x="57" y="2937"/>
                  <a:pt x="47" y="2926"/>
                  <a:pt x="38" y="2914"/>
                </a:cubicBezTo>
                <a:cubicBezTo>
                  <a:pt x="26" y="2897"/>
                  <a:pt x="16" y="2877"/>
                  <a:pt x="10" y="2854"/>
                </a:cubicBezTo>
                <a:cubicBezTo>
                  <a:pt x="3" y="2831"/>
                  <a:pt x="0" y="2808"/>
                  <a:pt x="0" y="2783"/>
                </a:cubicBezTo>
                <a:lnTo>
                  <a:pt x="0" y="163"/>
                </a:lnTo>
                <a:cubicBezTo>
                  <a:pt x="0" y="138"/>
                  <a:pt x="3" y="114"/>
                  <a:pt x="10" y="92"/>
                </a:cubicBezTo>
                <a:cubicBezTo>
                  <a:pt x="16" y="69"/>
                  <a:pt x="26" y="49"/>
                  <a:pt x="38" y="32"/>
                </a:cubicBezTo>
                <a:cubicBezTo>
                  <a:pt x="47" y="19"/>
                  <a:pt x="57" y="9"/>
                  <a:pt x="68" y="0"/>
                </a:cubicBezTo>
                <a:lnTo>
                  <a:pt x="107" y="13"/>
                </a:lnTo>
                <a:close/>
              </a:path>
            </a:pathLst>
          </a:custGeom>
          <a:solidFill>
            <a:srgbClr val="1F7A4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1000080" y="2302200"/>
            <a:ext cx="12898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— usuario #2213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1000080" y="2900880"/>
            <a:ext cx="823680" cy="19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DDC84"/>
                </a:solidFill>
                <a:effectLst/>
                <a:uFillTx/>
                <a:latin typeface="Adwaita-Mono"/>
                <a:ea typeface="Adwaita-Mono"/>
              </a:rPr>
              <a:t>★ ★ ★ ★ ★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1000080" y="3183120"/>
            <a:ext cx="452340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729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"La mejor crisis existencial que tuve este año."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776160" y="3966840"/>
            <a:ext cx="10649160" cy="1086480"/>
          </a:xfrm>
          <a:custGeom>
            <a:avLst/>
            <a:gdLst/>
            <a:ahLst/>
            <a:rect l="0" t="0" r="r" b="b"/>
            <a:pathLst>
              <a:path w="29581" h="3018">
                <a:moveTo>
                  <a:pt x="0" y="281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5" y="147"/>
                  <a:pt x="9" y="135"/>
                  <a:pt x="13" y="123"/>
                </a:cubicBezTo>
                <a:cubicBezTo>
                  <a:pt x="17" y="111"/>
                  <a:pt x="23" y="99"/>
                  <a:pt x="29" y="89"/>
                </a:cubicBezTo>
                <a:cubicBezTo>
                  <a:pt x="35" y="78"/>
                  <a:pt x="42" y="68"/>
                  <a:pt x="50" y="59"/>
                </a:cubicBezTo>
                <a:cubicBezTo>
                  <a:pt x="58" y="49"/>
                  <a:pt x="67" y="41"/>
                  <a:pt x="76" y="34"/>
                </a:cubicBezTo>
                <a:cubicBezTo>
                  <a:pt x="86" y="27"/>
                  <a:pt x="96" y="20"/>
                  <a:pt x="106" y="15"/>
                </a:cubicBezTo>
                <a:cubicBezTo>
                  <a:pt x="116" y="11"/>
                  <a:pt x="127" y="7"/>
                  <a:pt x="138" y="4"/>
                </a:cubicBezTo>
                <a:cubicBezTo>
                  <a:pt x="149" y="2"/>
                  <a:pt x="161" y="0"/>
                  <a:pt x="172" y="0"/>
                </a:cubicBezTo>
                <a:lnTo>
                  <a:pt x="29383" y="0"/>
                </a:lnTo>
                <a:cubicBezTo>
                  <a:pt x="29396" y="0"/>
                  <a:pt x="29409" y="2"/>
                  <a:pt x="29422" y="4"/>
                </a:cubicBezTo>
                <a:cubicBezTo>
                  <a:pt x="29434" y="7"/>
                  <a:pt x="29447" y="11"/>
                  <a:pt x="29459" y="15"/>
                </a:cubicBezTo>
                <a:cubicBezTo>
                  <a:pt x="29471" y="20"/>
                  <a:pt x="29482" y="27"/>
                  <a:pt x="29493" y="34"/>
                </a:cubicBezTo>
                <a:cubicBezTo>
                  <a:pt x="29504" y="41"/>
                  <a:pt x="29514" y="49"/>
                  <a:pt x="29523" y="59"/>
                </a:cubicBezTo>
                <a:cubicBezTo>
                  <a:pt x="29532" y="68"/>
                  <a:pt x="29541" y="78"/>
                  <a:pt x="29548" y="89"/>
                </a:cubicBezTo>
                <a:cubicBezTo>
                  <a:pt x="29555" y="99"/>
                  <a:pt x="29561" y="111"/>
                  <a:pt x="29566" y="123"/>
                </a:cubicBezTo>
                <a:cubicBezTo>
                  <a:pt x="29571" y="135"/>
                  <a:pt x="29575" y="147"/>
                  <a:pt x="29577" y="160"/>
                </a:cubicBezTo>
                <a:cubicBezTo>
                  <a:pt x="29580" y="173"/>
                  <a:pt x="29581" y="186"/>
                  <a:pt x="29581" y="199"/>
                </a:cubicBezTo>
                <a:lnTo>
                  <a:pt x="29581" y="2819"/>
                </a:lnTo>
                <a:cubicBezTo>
                  <a:pt x="29581" y="2832"/>
                  <a:pt x="29580" y="2845"/>
                  <a:pt x="29577" y="2858"/>
                </a:cubicBezTo>
                <a:cubicBezTo>
                  <a:pt x="29575" y="2871"/>
                  <a:pt x="29571" y="2883"/>
                  <a:pt x="29566" y="2895"/>
                </a:cubicBezTo>
                <a:cubicBezTo>
                  <a:pt x="29561" y="2907"/>
                  <a:pt x="29555" y="2919"/>
                  <a:pt x="29548" y="2929"/>
                </a:cubicBezTo>
                <a:cubicBezTo>
                  <a:pt x="29541" y="2940"/>
                  <a:pt x="29532" y="2950"/>
                  <a:pt x="29523" y="2960"/>
                </a:cubicBezTo>
                <a:cubicBezTo>
                  <a:pt x="29514" y="2969"/>
                  <a:pt x="29504" y="2977"/>
                  <a:pt x="29493" y="2984"/>
                </a:cubicBezTo>
                <a:cubicBezTo>
                  <a:pt x="29482" y="2991"/>
                  <a:pt x="29471" y="2998"/>
                  <a:pt x="29459" y="3003"/>
                </a:cubicBezTo>
                <a:cubicBezTo>
                  <a:pt x="29447" y="3008"/>
                  <a:pt x="29434" y="3011"/>
                  <a:pt x="29422" y="3014"/>
                </a:cubicBezTo>
                <a:cubicBezTo>
                  <a:pt x="29409" y="3016"/>
                  <a:pt x="29396" y="3018"/>
                  <a:pt x="29383" y="3018"/>
                </a:cubicBezTo>
                <a:lnTo>
                  <a:pt x="172" y="3018"/>
                </a:lnTo>
                <a:cubicBezTo>
                  <a:pt x="161" y="3018"/>
                  <a:pt x="149" y="3016"/>
                  <a:pt x="138" y="3014"/>
                </a:cubicBezTo>
                <a:cubicBezTo>
                  <a:pt x="127" y="3011"/>
                  <a:pt x="116" y="3008"/>
                  <a:pt x="106" y="3003"/>
                </a:cubicBezTo>
                <a:cubicBezTo>
                  <a:pt x="96" y="2998"/>
                  <a:pt x="86" y="2991"/>
                  <a:pt x="76" y="2984"/>
                </a:cubicBezTo>
                <a:cubicBezTo>
                  <a:pt x="67" y="2977"/>
                  <a:pt x="58" y="2969"/>
                  <a:pt x="50" y="2960"/>
                </a:cubicBezTo>
                <a:cubicBezTo>
                  <a:pt x="42" y="2950"/>
                  <a:pt x="35" y="2940"/>
                  <a:pt x="29" y="2929"/>
                </a:cubicBezTo>
                <a:cubicBezTo>
                  <a:pt x="23" y="2919"/>
                  <a:pt x="17" y="2907"/>
                  <a:pt x="13" y="2895"/>
                </a:cubicBezTo>
                <a:cubicBezTo>
                  <a:pt x="9" y="2883"/>
                  <a:pt x="5" y="2871"/>
                  <a:pt x="3" y="2858"/>
                </a:cubicBezTo>
                <a:cubicBezTo>
                  <a:pt x="1" y="2845"/>
                  <a:pt x="0" y="2832"/>
                  <a:pt x="0" y="2819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814680" y="3971880"/>
            <a:ext cx="10586880" cy="33480"/>
          </a:xfrm>
          <a:custGeom>
            <a:avLst/>
            <a:gdLst/>
            <a:ahLst/>
            <a:rect l="0" t="0" r="r" b="b"/>
            <a:pathLst>
              <a:path w="29408" h="93">
                <a:moveTo>
                  <a:pt x="29371" y="93"/>
                </a:moveTo>
                <a:lnTo>
                  <a:pt x="208" y="93"/>
                </a:lnTo>
                <a:lnTo>
                  <a:pt x="0" y="23"/>
                </a:lnTo>
                <a:cubicBezTo>
                  <a:pt x="5" y="20"/>
                  <a:pt x="9" y="17"/>
                  <a:pt x="14" y="14"/>
                </a:cubicBezTo>
                <a:cubicBezTo>
                  <a:pt x="30" y="4"/>
                  <a:pt x="47" y="0"/>
                  <a:pt x="65" y="0"/>
                </a:cubicBezTo>
                <a:lnTo>
                  <a:pt x="29276" y="0"/>
                </a:lnTo>
                <a:cubicBezTo>
                  <a:pt x="29300" y="0"/>
                  <a:pt x="29324" y="4"/>
                  <a:pt x="29347" y="14"/>
                </a:cubicBezTo>
                <a:cubicBezTo>
                  <a:pt x="29369" y="23"/>
                  <a:pt x="29389" y="37"/>
                  <a:pt x="29407" y="55"/>
                </a:cubicBezTo>
                <a:lnTo>
                  <a:pt x="29408" y="56"/>
                </a:lnTo>
                <a:lnTo>
                  <a:pt x="29371" y="93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814680" y="5014800"/>
            <a:ext cx="10586880" cy="33480"/>
          </a:xfrm>
          <a:custGeom>
            <a:avLst/>
            <a:gdLst/>
            <a:ahLst/>
            <a:rect l="0" t="0" r="r" b="b"/>
            <a:pathLst>
              <a:path w="29408" h="93">
                <a:moveTo>
                  <a:pt x="208" y="0"/>
                </a:moveTo>
                <a:lnTo>
                  <a:pt x="29371" y="0"/>
                </a:lnTo>
                <a:lnTo>
                  <a:pt x="29408" y="38"/>
                </a:lnTo>
                <a:lnTo>
                  <a:pt x="29407" y="39"/>
                </a:lnTo>
                <a:cubicBezTo>
                  <a:pt x="29389" y="57"/>
                  <a:pt x="29369" y="70"/>
                  <a:pt x="29347" y="79"/>
                </a:cubicBezTo>
                <a:cubicBezTo>
                  <a:pt x="29324" y="89"/>
                  <a:pt x="29300" y="93"/>
                  <a:pt x="29276" y="93"/>
                </a:cubicBezTo>
                <a:lnTo>
                  <a:pt x="65" y="93"/>
                </a:lnTo>
                <a:cubicBezTo>
                  <a:pt x="47" y="93"/>
                  <a:pt x="30" y="89"/>
                  <a:pt x="14" y="79"/>
                </a:cubicBezTo>
                <a:cubicBezTo>
                  <a:pt x="9" y="77"/>
                  <a:pt x="5" y="73"/>
                  <a:pt x="0" y="70"/>
                </a:cubicBezTo>
                <a:lnTo>
                  <a:pt x="208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11386800" y="3991320"/>
            <a:ext cx="33840" cy="1037520"/>
          </a:xfrm>
          <a:custGeom>
            <a:avLst/>
            <a:gdLst/>
            <a:ahLst/>
            <a:rect l="0" t="0" r="r" b="b"/>
            <a:pathLst>
              <a:path w="94" h="2882">
                <a:moveTo>
                  <a:pt x="0" y="2844"/>
                </a:moveTo>
                <a:lnTo>
                  <a:pt x="0" y="38"/>
                </a:lnTo>
                <a:lnTo>
                  <a:pt x="39" y="0"/>
                </a:lnTo>
                <a:cubicBezTo>
                  <a:pt x="56" y="17"/>
                  <a:pt x="71" y="37"/>
                  <a:pt x="80" y="60"/>
                </a:cubicBezTo>
                <a:cubicBezTo>
                  <a:pt x="89" y="83"/>
                  <a:pt x="94" y="106"/>
                  <a:pt x="94" y="131"/>
                </a:cubicBezTo>
                <a:lnTo>
                  <a:pt x="94" y="2751"/>
                </a:lnTo>
                <a:cubicBezTo>
                  <a:pt x="94" y="2776"/>
                  <a:pt x="89" y="2799"/>
                  <a:pt x="80" y="2822"/>
                </a:cubicBezTo>
                <a:cubicBezTo>
                  <a:pt x="71" y="2845"/>
                  <a:pt x="56" y="2865"/>
                  <a:pt x="39" y="2882"/>
                </a:cubicBezTo>
                <a:lnTo>
                  <a:pt x="0" y="2844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790560" y="3979800"/>
            <a:ext cx="38520" cy="1060560"/>
          </a:xfrm>
          <a:custGeom>
            <a:avLst/>
            <a:gdLst/>
            <a:ahLst/>
            <a:rect l="0" t="0" r="r" b="b"/>
            <a:pathLst>
              <a:path w="107" h="2946">
                <a:moveTo>
                  <a:pt x="107" y="13"/>
                </a:moveTo>
                <a:lnTo>
                  <a:pt x="107" y="2933"/>
                </a:lnTo>
                <a:lnTo>
                  <a:pt x="68" y="2946"/>
                </a:lnTo>
                <a:cubicBezTo>
                  <a:pt x="57" y="2937"/>
                  <a:pt x="47" y="2927"/>
                  <a:pt x="38" y="2914"/>
                </a:cubicBezTo>
                <a:cubicBezTo>
                  <a:pt x="26" y="2897"/>
                  <a:pt x="16" y="2877"/>
                  <a:pt x="10" y="2854"/>
                </a:cubicBezTo>
                <a:cubicBezTo>
                  <a:pt x="3" y="2831"/>
                  <a:pt x="0" y="2808"/>
                  <a:pt x="0" y="2783"/>
                </a:cubicBezTo>
                <a:lnTo>
                  <a:pt x="0" y="163"/>
                </a:lnTo>
                <a:cubicBezTo>
                  <a:pt x="0" y="138"/>
                  <a:pt x="3" y="115"/>
                  <a:pt x="10" y="92"/>
                </a:cubicBezTo>
                <a:cubicBezTo>
                  <a:pt x="16" y="69"/>
                  <a:pt x="26" y="49"/>
                  <a:pt x="38" y="32"/>
                </a:cubicBezTo>
                <a:cubicBezTo>
                  <a:pt x="47" y="19"/>
                  <a:pt x="57" y="9"/>
                  <a:pt x="68" y="0"/>
                </a:cubicBezTo>
                <a:lnTo>
                  <a:pt x="107" y="13"/>
                </a:lnTo>
                <a:close/>
              </a:path>
            </a:pathLst>
          </a:custGeom>
          <a:solidFill>
            <a:srgbClr val="1F7A4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1000080" y="3511800"/>
            <a:ext cx="77436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— anónimo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1000080" y="4110480"/>
            <a:ext cx="823680" cy="19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DDC84"/>
                </a:solidFill>
                <a:effectLst/>
                <a:uFillTx/>
                <a:latin typeface="Adwaita-Mono"/>
                <a:ea typeface="Adwaita-Mono"/>
              </a:rPr>
              <a:t>★ ☆ ☆ ☆ ☆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1000080" y="4392720"/>
            <a:ext cx="6584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729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"Se lo pasé a mi jefe. Tampoco aprobó. Ahora nos llevamos mejor."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776160" y="5176800"/>
            <a:ext cx="10649160" cy="1086120"/>
          </a:xfrm>
          <a:custGeom>
            <a:avLst/>
            <a:gdLst/>
            <a:ahLst/>
            <a:rect l="0" t="0" r="r" b="b"/>
            <a:pathLst>
              <a:path w="29581" h="3017">
                <a:moveTo>
                  <a:pt x="0" y="281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5" y="147"/>
                  <a:pt x="9" y="134"/>
                  <a:pt x="13" y="122"/>
                </a:cubicBezTo>
                <a:cubicBezTo>
                  <a:pt x="17" y="110"/>
                  <a:pt x="23" y="99"/>
                  <a:pt x="29" y="88"/>
                </a:cubicBezTo>
                <a:cubicBezTo>
                  <a:pt x="35" y="77"/>
                  <a:pt x="42" y="67"/>
                  <a:pt x="50" y="58"/>
                </a:cubicBezTo>
                <a:cubicBezTo>
                  <a:pt x="58" y="49"/>
                  <a:pt x="67" y="40"/>
                  <a:pt x="76" y="33"/>
                </a:cubicBezTo>
                <a:cubicBezTo>
                  <a:pt x="86" y="26"/>
                  <a:pt x="96" y="20"/>
                  <a:pt x="106" y="15"/>
                </a:cubicBezTo>
                <a:cubicBezTo>
                  <a:pt x="116" y="10"/>
                  <a:pt x="127" y="6"/>
                  <a:pt x="138" y="3"/>
                </a:cubicBezTo>
                <a:cubicBezTo>
                  <a:pt x="149" y="1"/>
                  <a:pt x="161" y="0"/>
                  <a:pt x="172" y="0"/>
                </a:cubicBezTo>
                <a:lnTo>
                  <a:pt x="29383" y="0"/>
                </a:lnTo>
                <a:cubicBezTo>
                  <a:pt x="29396" y="0"/>
                  <a:pt x="29409" y="1"/>
                  <a:pt x="29422" y="3"/>
                </a:cubicBezTo>
                <a:cubicBezTo>
                  <a:pt x="29434" y="6"/>
                  <a:pt x="29447" y="10"/>
                  <a:pt x="29459" y="15"/>
                </a:cubicBezTo>
                <a:cubicBezTo>
                  <a:pt x="29471" y="20"/>
                  <a:pt x="29482" y="26"/>
                  <a:pt x="29493" y="33"/>
                </a:cubicBezTo>
                <a:cubicBezTo>
                  <a:pt x="29504" y="40"/>
                  <a:pt x="29514" y="49"/>
                  <a:pt x="29523" y="58"/>
                </a:cubicBezTo>
                <a:cubicBezTo>
                  <a:pt x="29532" y="67"/>
                  <a:pt x="29541" y="77"/>
                  <a:pt x="29548" y="88"/>
                </a:cubicBezTo>
                <a:cubicBezTo>
                  <a:pt x="29555" y="99"/>
                  <a:pt x="29561" y="110"/>
                  <a:pt x="29566" y="122"/>
                </a:cubicBezTo>
                <a:cubicBezTo>
                  <a:pt x="29571" y="134"/>
                  <a:pt x="29575" y="147"/>
                  <a:pt x="29577" y="159"/>
                </a:cubicBezTo>
                <a:cubicBezTo>
                  <a:pt x="29580" y="172"/>
                  <a:pt x="29581" y="185"/>
                  <a:pt x="29581" y="198"/>
                </a:cubicBezTo>
                <a:lnTo>
                  <a:pt x="29581" y="2818"/>
                </a:lnTo>
                <a:cubicBezTo>
                  <a:pt x="29581" y="2831"/>
                  <a:pt x="29580" y="2844"/>
                  <a:pt x="29577" y="2857"/>
                </a:cubicBezTo>
                <a:cubicBezTo>
                  <a:pt x="29575" y="2870"/>
                  <a:pt x="29571" y="2882"/>
                  <a:pt x="29566" y="2894"/>
                </a:cubicBezTo>
                <a:cubicBezTo>
                  <a:pt x="29561" y="2906"/>
                  <a:pt x="29555" y="2918"/>
                  <a:pt x="29548" y="2929"/>
                </a:cubicBezTo>
                <a:cubicBezTo>
                  <a:pt x="29541" y="2939"/>
                  <a:pt x="29532" y="2950"/>
                  <a:pt x="29523" y="2959"/>
                </a:cubicBezTo>
                <a:cubicBezTo>
                  <a:pt x="29514" y="2968"/>
                  <a:pt x="29504" y="2976"/>
                  <a:pt x="29493" y="2983"/>
                </a:cubicBezTo>
                <a:cubicBezTo>
                  <a:pt x="29482" y="2991"/>
                  <a:pt x="29471" y="2997"/>
                  <a:pt x="29459" y="3002"/>
                </a:cubicBezTo>
                <a:cubicBezTo>
                  <a:pt x="29447" y="3007"/>
                  <a:pt x="29434" y="3010"/>
                  <a:pt x="29422" y="3013"/>
                </a:cubicBezTo>
                <a:cubicBezTo>
                  <a:pt x="29409" y="3016"/>
                  <a:pt x="29396" y="3017"/>
                  <a:pt x="29383" y="3017"/>
                </a:cubicBezTo>
                <a:lnTo>
                  <a:pt x="172" y="3017"/>
                </a:lnTo>
                <a:cubicBezTo>
                  <a:pt x="161" y="3017"/>
                  <a:pt x="149" y="3016"/>
                  <a:pt x="138" y="3013"/>
                </a:cubicBezTo>
                <a:cubicBezTo>
                  <a:pt x="127" y="3010"/>
                  <a:pt x="116" y="3007"/>
                  <a:pt x="106" y="3002"/>
                </a:cubicBezTo>
                <a:cubicBezTo>
                  <a:pt x="96" y="2997"/>
                  <a:pt x="86" y="2991"/>
                  <a:pt x="76" y="2983"/>
                </a:cubicBezTo>
                <a:cubicBezTo>
                  <a:pt x="67" y="2976"/>
                  <a:pt x="58" y="2968"/>
                  <a:pt x="50" y="2959"/>
                </a:cubicBezTo>
                <a:cubicBezTo>
                  <a:pt x="42" y="2950"/>
                  <a:pt x="35" y="2939"/>
                  <a:pt x="29" y="2929"/>
                </a:cubicBezTo>
                <a:cubicBezTo>
                  <a:pt x="23" y="2918"/>
                  <a:pt x="17" y="2906"/>
                  <a:pt x="13" y="2894"/>
                </a:cubicBezTo>
                <a:cubicBezTo>
                  <a:pt x="9" y="2882"/>
                  <a:pt x="5" y="2870"/>
                  <a:pt x="3" y="2857"/>
                </a:cubicBezTo>
                <a:cubicBezTo>
                  <a:pt x="1" y="2844"/>
                  <a:pt x="0" y="2831"/>
                  <a:pt x="0" y="2818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814680" y="5181480"/>
            <a:ext cx="10586880" cy="33480"/>
          </a:xfrm>
          <a:custGeom>
            <a:avLst/>
            <a:gdLst/>
            <a:ahLst/>
            <a:rect l="0" t="0" r="r" b="b"/>
            <a:pathLst>
              <a:path w="29408" h="93">
                <a:moveTo>
                  <a:pt x="29371" y="93"/>
                </a:moveTo>
                <a:lnTo>
                  <a:pt x="208" y="93"/>
                </a:lnTo>
                <a:lnTo>
                  <a:pt x="0" y="24"/>
                </a:lnTo>
                <a:cubicBezTo>
                  <a:pt x="5" y="21"/>
                  <a:pt x="9" y="18"/>
                  <a:pt x="14" y="15"/>
                </a:cubicBezTo>
                <a:cubicBezTo>
                  <a:pt x="30" y="6"/>
                  <a:pt x="47" y="0"/>
                  <a:pt x="65" y="0"/>
                </a:cubicBezTo>
                <a:lnTo>
                  <a:pt x="29276" y="0"/>
                </a:lnTo>
                <a:cubicBezTo>
                  <a:pt x="29300" y="0"/>
                  <a:pt x="29324" y="6"/>
                  <a:pt x="29347" y="15"/>
                </a:cubicBezTo>
                <a:cubicBezTo>
                  <a:pt x="29369" y="24"/>
                  <a:pt x="29389" y="38"/>
                  <a:pt x="29407" y="55"/>
                </a:cubicBezTo>
                <a:cubicBezTo>
                  <a:pt x="29407" y="56"/>
                  <a:pt x="29408" y="56"/>
                  <a:pt x="29408" y="56"/>
                </a:cubicBezTo>
                <a:lnTo>
                  <a:pt x="29371" y="93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814680" y="6224400"/>
            <a:ext cx="10586880" cy="33840"/>
          </a:xfrm>
          <a:custGeom>
            <a:avLst/>
            <a:gdLst/>
            <a:ahLst/>
            <a:rect l="0" t="0" r="r" b="b"/>
            <a:pathLst>
              <a:path w="29408" h="94">
                <a:moveTo>
                  <a:pt x="208" y="0"/>
                </a:moveTo>
                <a:lnTo>
                  <a:pt x="29371" y="0"/>
                </a:lnTo>
                <a:lnTo>
                  <a:pt x="29408" y="37"/>
                </a:lnTo>
                <a:lnTo>
                  <a:pt x="29407" y="38"/>
                </a:lnTo>
                <a:cubicBezTo>
                  <a:pt x="29389" y="57"/>
                  <a:pt x="29369" y="70"/>
                  <a:pt x="29347" y="80"/>
                </a:cubicBezTo>
                <a:cubicBezTo>
                  <a:pt x="29324" y="89"/>
                  <a:pt x="29300" y="94"/>
                  <a:pt x="29276" y="94"/>
                </a:cubicBezTo>
                <a:lnTo>
                  <a:pt x="65" y="94"/>
                </a:lnTo>
                <a:cubicBezTo>
                  <a:pt x="47" y="94"/>
                  <a:pt x="30" y="89"/>
                  <a:pt x="14" y="80"/>
                </a:cubicBezTo>
                <a:cubicBezTo>
                  <a:pt x="9" y="77"/>
                  <a:pt x="5" y="74"/>
                  <a:pt x="0" y="70"/>
                </a:cubicBezTo>
                <a:lnTo>
                  <a:pt x="208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11386800" y="5200920"/>
            <a:ext cx="33840" cy="1037520"/>
          </a:xfrm>
          <a:custGeom>
            <a:avLst/>
            <a:gdLst/>
            <a:ahLst/>
            <a:rect l="0" t="0" r="r" b="b"/>
            <a:pathLst>
              <a:path w="94" h="2882">
                <a:moveTo>
                  <a:pt x="0" y="2844"/>
                </a:moveTo>
                <a:lnTo>
                  <a:pt x="0" y="38"/>
                </a:lnTo>
                <a:lnTo>
                  <a:pt x="39" y="0"/>
                </a:lnTo>
                <a:cubicBezTo>
                  <a:pt x="56" y="17"/>
                  <a:pt x="71" y="37"/>
                  <a:pt x="80" y="60"/>
                </a:cubicBezTo>
                <a:cubicBezTo>
                  <a:pt x="89" y="83"/>
                  <a:pt x="94" y="106"/>
                  <a:pt x="94" y="131"/>
                </a:cubicBezTo>
                <a:lnTo>
                  <a:pt x="94" y="2751"/>
                </a:lnTo>
                <a:cubicBezTo>
                  <a:pt x="94" y="2776"/>
                  <a:pt x="89" y="2800"/>
                  <a:pt x="80" y="2822"/>
                </a:cubicBezTo>
                <a:cubicBezTo>
                  <a:pt x="71" y="2845"/>
                  <a:pt x="56" y="2865"/>
                  <a:pt x="39" y="2882"/>
                </a:cubicBezTo>
                <a:lnTo>
                  <a:pt x="0" y="2844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790560" y="5189760"/>
            <a:ext cx="38520" cy="1060200"/>
          </a:xfrm>
          <a:custGeom>
            <a:avLst/>
            <a:gdLst/>
            <a:ahLst/>
            <a:rect l="0" t="0" r="r" b="b"/>
            <a:pathLst>
              <a:path w="107" h="2945">
                <a:moveTo>
                  <a:pt x="107" y="12"/>
                </a:moveTo>
                <a:lnTo>
                  <a:pt x="107" y="2932"/>
                </a:lnTo>
                <a:lnTo>
                  <a:pt x="68" y="2945"/>
                </a:lnTo>
                <a:cubicBezTo>
                  <a:pt x="57" y="2936"/>
                  <a:pt x="47" y="2926"/>
                  <a:pt x="38" y="2913"/>
                </a:cubicBezTo>
                <a:cubicBezTo>
                  <a:pt x="26" y="2896"/>
                  <a:pt x="16" y="2876"/>
                  <a:pt x="10" y="2853"/>
                </a:cubicBezTo>
                <a:cubicBezTo>
                  <a:pt x="3" y="2831"/>
                  <a:pt x="0" y="2807"/>
                  <a:pt x="0" y="2782"/>
                </a:cubicBezTo>
                <a:lnTo>
                  <a:pt x="0" y="162"/>
                </a:lnTo>
                <a:cubicBezTo>
                  <a:pt x="0" y="137"/>
                  <a:pt x="3" y="114"/>
                  <a:pt x="10" y="91"/>
                </a:cubicBezTo>
                <a:cubicBezTo>
                  <a:pt x="16" y="68"/>
                  <a:pt x="26" y="48"/>
                  <a:pt x="38" y="31"/>
                </a:cubicBezTo>
                <a:cubicBezTo>
                  <a:pt x="47" y="19"/>
                  <a:pt x="57" y="8"/>
                  <a:pt x="68" y="0"/>
                </a:cubicBezTo>
                <a:lnTo>
                  <a:pt x="107" y="12"/>
                </a:lnTo>
                <a:close/>
              </a:path>
            </a:pathLst>
          </a:custGeom>
          <a:solidFill>
            <a:srgbClr val="1F7A4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1000080" y="4721400"/>
            <a:ext cx="68832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— RR.HH.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1000080" y="5320440"/>
            <a:ext cx="823680" cy="19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DDC84"/>
                </a:solidFill>
                <a:effectLst/>
                <a:uFillTx/>
                <a:latin typeface="Adwaita-Mono"/>
                <a:ea typeface="Adwaita-Mono"/>
              </a:rPr>
              <a:t>★ ★ ★ ☆ ☆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1000080" y="5602320"/>
            <a:ext cx="382860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729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"Llegué lejos. Nadie llega lo suficiente."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1000080" y="5931360"/>
            <a:ext cx="9460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— un tester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2776680" y="691920"/>
            <a:ext cx="45068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ESCANEÁ · REQUIERE CÁMARA · NO VAS A APROBAR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4195440" y="1919160"/>
            <a:ext cx="3800880" cy="3800880"/>
          </a:xfrm>
          <a:custGeom>
            <a:avLst/>
            <a:gdLst/>
            <a:ahLst/>
            <a:rect l="0" t="0" r="r" b="b"/>
            <a:pathLst>
              <a:path w="10558" h="10558">
                <a:moveTo>
                  <a:pt x="0" y="10332"/>
                </a:moveTo>
                <a:lnTo>
                  <a:pt x="0" y="225"/>
                </a:ln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10333" y="0"/>
                </a:lnTo>
                <a:cubicBezTo>
                  <a:pt x="10348" y="0"/>
                  <a:pt x="10363" y="1"/>
                  <a:pt x="10377" y="4"/>
                </a:cubicBezTo>
                <a:cubicBezTo>
                  <a:pt x="10392" y="7"/>
                  <a:pt x="10406" y="11"/>
                  <a:pt x="10419" y="17"/>
                </a:cubicBezTo>
                <a:cubicBezTo>
                  <a:pt x="10433" y="23"/>
                  <a:pt x="10446" y="30"/>
                  <a:pt x="10458" y="38"/>
                </a:cubicBezTo>
                <a:cubicBezTo>
                  <a:pt x="10471" y="46"/>
                  <a:pt x="10482" y="55"/>
                  <a:pt x="10492" y="66"/>
                </a:cubicBezTo>
                <a:cubicBezTo>
                  <a:pt x="10503" y="76"/>
                  <a:pt x="10512" y="88"/>
                  <a:pt x="10520" y="100"/>
                </a:cubicBezTo>
                <a:cubicBezTo>
                  <a:pt x="10529" y="112"/>
                  <a:pt x="10535" y="125"/>
                  <a:pt x="10541" y="139"/>
                </a:cubicBezTo>
                <a:cubicBezTo>
                  <a:pt x="10547" y="152"/>
                  <a:pt x="10551" y="166"/>
                  <a:pt x="10554" y="181"/>
                </a:cubicBezTo>
                <a:cubicBezTo>
                  <a:pt x="10557" y="195"/>
                  <a:pt x="10558" y="210"/>
                  <a:pt x="10558" y="225"/>
                </a:cubicBezTo>
                <a:lnTo>
                  <a:pt x="10558" y="10332"/>
                </a:lnTo>
                <a:cubicBezTo>
                  <a:pt x="10558" y="10347"/>
                  <a:pt x="10557" y="10361"/>
                  <a:pt x="10554" y="10376"/>
                </a:cubicBezTo>
                <a:cubicBezTo>
                  <a:pt x="10551" y="10390"/>
                  <a:pt x="10547" y="10404"/>
                  <a:pt x="10541" y="10418"/>
                </a:cubicBezTo>
                <a:cubicBezTo>
                  <a:pt x="10535" y="10432"/>
                  <a:pt x="10529" y="10444"/>
                  <a:pt x="10520" y="10457"/>
                </a:cubicBezTo>
                <a:cubicBezTo>
                  <a:pt x="10512" y="10469"/>
                  <a:pt x="10503" y="10480"/>
                  <a:pt x="10492" y="10491"/>
                </a:cubicBezTo>
                <a:cubicBezTo>
                  <a:pt x="10482" y="10501"/>
                  <a:pt x="10471" y="10512"/>
                  <a:pt x="10458" y="10520"/>
                </a:cubicBezTo>
                <a:cubicBezTo>
                  <a:pt x="10446" y="10528"/>
                  <a:pt x="10433" y="10535"/>
                  <a:pt x="10419" y="10541"/>
                </a:cubicBezTo>
                <a:cubicBezTo>
                  <a:pt x="10406" y="10546"/>
                  <a:pt x="10392" y="10551"/>
                  <a:pt x="10377" y="10553"/>
                </a:cubicBezTo>
                <a:cubicBezTo>
                  <a:pt x="10363" y="10556"/>
                  <a:pt x="10348" y="10558"/>
                  <a:pt x="10333" y="10558"/>
                </a:cubicBezTo>
                <a:lnTo>
                  <a:pt x="225" y="10558"/>
                </a:lnTo>
                <a:cubicBezTo>
                  <a:pt x="211" y="10558"/>
                  <a:pt x="196" y="10556"/>
                  <a:pt x="181" y="10553"/>
                </a:cubicBezTo>
                <a:cubicBezTo>
                  <a:pt x="167" y="10551"/>
                  <a:pt x="153" y="10546"/>
                  <a:pt x="139" y="10541"/>
                </a:cubicBezTo>
                <a:cubicBezTo>
                  <a:pt x="126" y="10535"/>
                  <a:pt x="113" y="10528"/>
                  <a:pt x="100" y="10520"/>
                </a:cubicBezTo>
                <a:cubicBezTo>
                  <a:pt x="88" y="10512"/>
                  <a:pt x="77" y="10501"/>
                  <a:pt x="66" y="10491"/>
                </a:cubicBezTo>
                <a:cubicBezTo>
                  <a:pt x="56" y="10480"/>
                  <a:pt x="47" y="10469"/>
                  <a:pt x="38" y="10457"/>
                </a:cubicBezTo>
                <a:cubicBezTo>
                  <a:pt x="30" y="10444"/>
                  <a:pt x="23" y="10432"/>
                  <a:pt x="18" y="10418"/>
                </a:cubicBezTo>
                <a:cubicBezTo>
                  <a:pt x="12" y="10404"/>
                  <a:pt x="8" y="10390"/>
                  <a:pt x="5" y="10376"/>
                </a:cubicBezTo>
                <a:cubicBezTo>
                  <a:pt x="2" y="10361"/>
                  <a:pt x="0" y="10347"/>
                  <a:pt x="0" y="103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4195440" y="1919160"/>
            <a:ext cx="3800880" cy="3800880"/>
          </a:xfrm>
          <a:custGeom>
            <a:avLst/>
            <a:gdLst/>
            <a:ahLst/>
            <a:rect l="0" t="0" r="r" b="b"/>
            <a:pathLst>
              <a:path w="10558" h="10558">
                <a:moveTo>
                  <a:pt x="0" y="10332"/>
                </a:moveTo>
                <a:lnTo>
                  <a:pt x="0" y="225"/>
                </a:ln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10333" y="0"/>
                </a:lnTo>
                <a:cubicBezTo>
                  <a:pt x="10348" y="0"/>
                  <a:pt x="10363" y="1"/>
                  <a:pt x="10377" y="4"/>
                </a:cubicBezTo>
                <a:cubicBezTo>
                  <a:pt x="10392" y="7"/>
                  <a:pt x="10406" y="11"/>
                  <a:pt x="10419" y="17"/>
                </a:cubicBezTo>
                <a:cubicBezTo>
                  <a:pt x="10433" y="23"/>
                  <a:pt x="10446" y="30"/>
                  <a:pt x="10458" y="38"/>
                </a:cubicBezTo>
                <a:cubicBezTo>
                  <a:pt x="10471" y="46"/>
                  <a:pt x="10482" y="55"/>
                  <a:pt x="10492" y="66"/>
                </a:cubicBezTo>
                <a:cubicBezTo>
                  <a:pt x="10503" y="76"/>
                  <a:pt x="10512" y="88"/>
                  <a:pt x="10520" y="100"/>
                </a:cubicBezTo>
                <a:cubicBezTo>
                  <a:pt x="10529" y="112"/>
                  <a:pt x="10535" y="125"/>
                  <a:pt x="10541" y="139"/>
                </a:cubicBezTo>
                <a:cubicBezTo>
                  <a:pt x="10547" y="152"/>
                  <a:pt x="10551" y="166"/>
                  <a:pt x="10554" y="181"/>
                </a:cubicBezTo>
                <a:cubicBezTo>
                  <a:pt x="10557" y="195"/>
                  <a:pt x="10558" y="210"/>
                  <a:pt x="10558" y="225"/>
                </a:cubicBezTo>
                <a:lnTo>
                  <a:pt x="10558" y="10332"/>
                </a:lnTo>
                <a:cubicBezTo>
                  <a:pt x="10558" y="10347"/>
                  <a:pt x="10557" y="10361"/>
                  <a:pt x="10554" y="10376"/>
                </a:cubicBezTo>
                <a:cubicBezTo>
                  <a:pt x="10551" y="10390"/>
                  <a:pt x="10547" y="10404"/>
                  <a:pt x="10541" y="10418"/>
                </a:cubicBezTo>
                <a:cubicBezTo>
                  <a:pt x="10535" y="10432"/>
                  <a:pt x="10529" y="10444"/>
                  <a:pt x="10520" y="10457"/>
                </a:cubicBezTo>
                <a:cubicBezTo>
                  <a:pt x="10512" y="10469"/>
                  <a:pt x="10503" y="10480"/>
                  <a:pt x="10492" y="10491"/>
                </a:cubicBezTo>
                <a:cubicBezTo>
                  <a:pt x="10482" y="10501"/>
                  <a:pt x="10471" y="10512"/>
                  <a:pt x="10458" y="10520"/>
                </a:cubicBezTo>
                <a:cubicBezTo>
                  <a:pt x="10446" y="10528"/>
                  <a:pt x="10433" y="10535"/>
                  <a:pt x="10419" y="10541"/>
                </a:cubicBezTo>
                <a:cubicBezTo>
                  <a:pt x="10406" y="10546"/>
                  <a:pt x="10392" y="10551"/>
                  <a:pt x="10377" y="10553"/>
                </a:cubicBezTo>
                <a:cubicBezTo>
                  <a:pt x="10363" y="10556"/>
                  <a:pt x="10348" y="10558"/>
                  <a:pt x="10333" y="10558"/>
                </a:cubicBezTo>
                <a:lnTo>
                  <a:pt x="225" y="10558"/>
                </a:lnTo>
                <a:cubicBezTo>
                  <a:pt x="211" y="10558"/>
                  <a:pt x="196" y="10556"/>
                  <a:pt x="181" y="10553"/>
                </a:cubicBezTo>
                <a:cubicBezTo>
                  <a:pt x="167" y="10551"/>
                  <a:pt x="153" y="10546"/>
                  <a:pt x="139" y="10541"/>
                </a:cubicBezTo>
                <a:cubicBezTo>
                  <a:pt x="126" y="10535"/>
                  <a:pt x="113" y="10528"/>
                  <a:pt x="100" y="10520"/>
                </a:cubicBezTo>
                <a:cubicBezTo>
                  <a:pt x="88" y="10512"/>
                  <a:pt x="77" y="10501"/>
                  <a:pt x="66" y="10491"/>
                </a:cubicBezTo>
                <a:cubicBezTo>
                  <a:pt x="56" y="10480"/>
                  <a:pt x="47" y="10469"/>
                  <a:pt x="38" y="10457"/>
                </a:cubicBezTo>
                <a:cubicBezTo>
                  <a:pt x="30" y="10444"/>
                  <a:pt x="23" y="10432"/>
                  <a:pt x="18" y="10418"/>
                </a:cubicBezTo>
                <a:cubicBezTo>
                  <a:pt x="12" y="10404"/>
                  <a:pt x="8" y="10390"/>
                  <a:pt x="5" y="10376"/>
                </a:cubicBezTo>
                <a:cubicBezTo>
                  <a:pt x="2" y="10361"/>
                  <a:pt x="0" y="10347"/>
                  <a:pt x="0" y="10332"/>
                </a:cubicBezTo>
                <a:close/>
              </a:path>
            </a:pathLst>
          </a:custGeom>
          <a:noFill/>
          <a:ln w="28440">
            <a:solidFill>
              <a:srgbClr val="3DDC84"/>
            </a:solidFill>
            <a:miter/>
          </a:ln>
        </p:spPr>
        <p:txBody>
          <a:bodyPr lIns="14040" tIns="14040" rIns="14040" bIns="14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1" name=""/>
          <p:cNvPicPr/>
          <p:nvPr/>
        </p:nvPicPr>
        <p:blipFill>
          <a:blip r:embed="rId1"/>
          <a:stretch/>
        </p:blipFill>
        <p:spPr>
          <a:xfrm>
            <a:off x="4381560" y="2104920"/>
            <a:ext cx="3428640" cy="342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"/>
          <p:cNvSpPr txBox="1"/>
          <p:nvPr/>
        </p:nvSpPr>
        <p:spPr>
          <a:xfrm>
            <a:off x="3624840" y="1082880"/>
            <a:ext cx="5112360" cy="63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5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PROBALO AHORA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3950280" y="6034680"/>
            <a:ext cx="4009320" cy="27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lorengrz.github.io/HumanDetector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766440" y="5310000"/>
            <a:ext cx="943560" cy="343440"/>
          </a:xfrm>
          <a:custGeom>
            <a:avLst/>
            <a:gdLst/>
            <a:ahLst/>
            <a:rect l="0" t="0" r="r" b="b"/>
            <a:pathLst>
              <a:path w="2621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6" y="13"/>
                  <a:pt x="58" y="8"/>
                </a:cubicBezTo>
                <a:cubicBezTo>
                  <a:pt x="69" y="2"/>
                  <a:pt x="81" y="0"/>
                  <a:pt x="93" y="0"/>
                </a:cubicBezTo>
                <a:lnTo>
                  <a:pt x="2528" y="0"/>
                </a:lnTo>
                <a:cubicBezTo>
                  <a:pt x="2540" y="0"/>
                  <a:pt x="2552" y="2"/>
                  <a:pt x="2564" y="8"/>
                </a:cubicBezTo>
                <a:cubicBezTo>
                  <a:pt x="2575" y="13"/>
                  <a:pt x="2585" y="19"/>
                  <a:pt x="2594" y="28"/>
                </a:cubicBezTo>
                <a:cubicBezTo>
                  <a:pt x="2602" y="37"/>
                  <a:pt x="2609" y="47"/>
                  <a:pt x="2614" y="58"/>
                </a:cubicBezTo>
                <a:cubicBezTo>
                  <a:pt x="2618" y="70"/>
                  <a:pt x="2621" y="81"/>
                  <a:pt x="2621" y="94"/>
                </a:cubicBezTo>
                <a:lnTo>
                  <a:pt x="2621" y="861"/>
                </a:lnTo>
                <a:cubicBezTo>
                  <a:pt x="2621" y="873"/>
                  <a:pt x="2618" y="885"/>
                  <a:pt x="2614" y="896"/>
                </a:cubicBezTo>
                <a:cubicBezTo>
                  <a:pt x="2609" y="908"/>
                  <a:pt x="2602" y="918"/>
                  <a:pt x="2594" y="926"/>
                </a:cubicBezTo>
                <a:cubicBezTo>
                  <a:pt x="2585" y="935"/>
                  <a:pt x="2575" y="942"/>
                  <a:pt x="2564" y="946"/>
                </a:cubicBezTo>
                <a:cubicBezTo>
                  <a:pt x="2552" y="951"/>
                  <a:pt x="2540" y="954"/>
                  <a:pt x="2528" y="954"/>
                </a:cubicBezTo>
                <a:lnTo>
                  <a:pt x="93" y="954"/>
                </a:lnTo>
                <a:cubicBezTo>
                  <a:pt x="81" y="954"/>
                  <a:pt x="69" y="951"/>
                  <a:pt x="58" y="946"/>
                </a:cubicBezTo>
                <a:cubicBezTo>
                  <a:pt x="46" y="942"/>
                  <a:pt x="36" y="935"/>
                  <a:pt x="28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766440" y="5310000"/>
            <a:ext cx="943560" cy="343440"/>
          </a:xfrm>
          <a:custGeom>
            <a:avLst/>
            <a:gdLst/>
            <a:ahLst/>
            <a:rect l="0" t="0" r="r" b="b"/>
            <a:pathLst>
              <a:path w="2621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6" y="13"/>
                  <a:pt x="58" y="8"/>
                </a:cubicBezTo>
                <a:cubicBezTo>
                  <a:pt x="69" y="2"/>
                  <a:pt x="81" y="0"/>
                  <a:pt x="93" y="0"/>
                </a:cubicBezTo>
                <a:lnTo>
                  <a:pt x="2528" y="0"/>
                </a:lnTo>
                <a:cubicBezTo>
                  <a:pt x="2540" y="0"/>
                  <a:pt x="2552" y="2"/>
                  <a:pt x="2564" y="8"/>
                </a:cubicBezTo>
                <a:cubicBezTo>
                  <a:pt x="2575" y="13"/>
                  <a:pt x="2585" y="19"/>
                  <a:pt x="2594" y="28"/>
                </a:cubicBezTo>
                <a:cubicBezTo>
                  <a:pt x="2602" y="37"/>
                  <a:pt x="2609" y="47"/>
                  <a:pt x="2614" y="58"/>
                </a:cubicBezTo>
                <a:cubicBezTo>
                  <a:pt x="2618" y="70"/>
                  <a:pt x="2621" y="81"/>
                  <a:pt x="2621" y="94"/>
                </a:cubicBezTo>
                <a:lnTo>
                  <a:pt x="2621" y="861"/>
                </a:lnTo>
                <a:cubicBezTo>
                  <a:pt x="2621" y="873"/>
                  <a:pt x="2618" y="885"/>
                  <a:pt x="2614" y="896"/>
                </a:cubicBezTo>
                <a:cubicBezTo>
                  <a:pt x="2609" y="908"/>
                  <a:pt x="2602" y="918"/>
                  <a:pt x="2594" y="926"/>
                </a:cubicBezTo>
                <a:cubicBezTo>
                  <a:pt x="2585" y="935"/>
                  <a:pt x="2575" y="942"/>
                  <a:pt x="2564" y="946"/>
                </a:cubicBezTo>
                <a:cubicBezTo>
                  <a:pt x="2552" y="951"/>
                  <a:pt x="2540" y="954"/>
                  <a:pt x="2528" y="954"/>
                </a:cubicBezTo>
                <a:lnTo>
                  <a:pt x="93" y="954"/>
                </a:lnTo>
                <a:cubicBezTo>
                  <a:pt x="81" y="954"/>
                  <a:pt x="69" y="951"/>
                  <a:pt x="58" y="946"/>
                </a:cubicBezTo>
                <a:cubicBezTo>
                  <a:pt x="46" y="942"/>
                  <a:pt x="36" y="935"/>
                  <a:pt x="28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762120" y="979200"/>
            <a:ext cx="317628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Cómo está hecho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1814400" y="5310000"/>
            <a:ext cx="1248120" cy="343440"/>
          </a:xfrm>
          <a:custGeom>
            <a:avLst/>
            <a:gdLst/>
            <a:ahLst/>
            <a:rect l="0" t="0" r="r" b="b"/>
            <a:pathLst>
              <a:path w="3467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2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3374" y="0"/>
                </a:lnTo>
                <a:cubicBezTo>
                  <a:pt x="3387" y="0"/>
                  <a:pt x="3398" y="2"/>
                  <a:pt x="3410" y="8"/>
                </a:cubicBezTo>
                <a:cubicBezTo>
                  <a:pt x="3421" y="13"/>
                  <a:pt x="3431" y="19"/>
                  <a:pt x="3440" y="28"/>
                </a:cubicBezTo>
                <a:cubicBezTo>
                  <a:pt x="3448" y="37"/>
                  <a:pt x="3455" y="47"/>
                  <a:pt x="3460" y="58"/>
                </a:cubicBezTo>
                <a:cubicBezTo>
                  <a:pt x="3465" y="70"/>
                  <a:pt x="3467" y="81"/>
                  <a:pt x="3467" y="94"/>
                </a:cubicBezTo>
                <a:lnTo>
                  <a:pt x="3467" y="861"/>
                </a:lnTo>
                <a:cubicBezTo>
                  <a:pt x="3467" y="873"/>
                  <a:pt x="3465" y="885"/>
                  <a:pt x="3460" y="896"/>
                </a:cubicBezTo>
                <a:cubicBezTo>
                  <a:pt x="3455" y="908"/>
                  <a:pt x="3448" y="918"/>
                  <a:pt x="3440" y="926"/>
                </a:cubicBezTo>
                <a:cubicBezTo>
                  <a:pt x="3431" y="935"/>
                  <a:pt x="3421" y="942"/>
                  <a:pt x="3410" y="946"/>
                </a:cubicBezTo>
                <a:cubicBezTo>
                  <a:pt x="3398" y="951"/>
                  <a:pt x="3387" y="954"/>
                  <a:pt x="3374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2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1814400" y="5310000"/>
            <a:ext cx="1248120" cy="343440"/>
          </a:xfrm>
          <a:custGeom>
            <a:avLst/>
            <a:gdLst/>
            <a:ahLst/>
            <a:rect l="0" t="0" r="r" b="b"/>
            <a:pathLst>
              <a:path w="3467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2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3374" y="0"/>
                </a:lnTo>
                <a:cubicBezTo>
                  <a:pt x="3387" y="0"/>
                  <a:pt x="3398" y="2"/>
                  <a:pt x="3410" y="8"/>
                </a:cubicBezTo>
                <a:cubicBezTo>
                  <a:pt x="3421" y="13"/>
                  <a:pt x="3431" y="19"/>
                  <a:pt x="3440" y="28"/>
                </a:cubicBezTo>
                <a:cubicBezTo>
                  <a:pt x="3448" y="37"/>
                  <a:pt x="3455" y="47"/>
                  <a:pt x="3460" y="58"/>
                </a:cubicBezTo>
                <a:cubicBezTo>
                  <a:pt x="3465" y="70"/>
                  <a:pt x="3467" y="81"/>
                  <a:pt x="3467" y="94"/>
                </a:cubicBezTo>
                <a:lnTo>
                  <a:pt x="3467" y="861"/>
                </a:lnTo>
                <a:cubicBezTo>
                  <a:pt x="3467" y="873"/>
                  <a:pt x="3465" y="885"/>
                  <a:pt x="3460" y="896"/>
                </a:cubicBezTo>
                <a:cubicBezTo>
                  <a:pt x="3455" y="908"/>
                  <a:pt x="3448" y="918"/>
                  <a:pt x="3440" y="926"/>
                </a:cubicBezTo>
                <a:cubicBezTo>
                  <a:pt x="3431" y="935"/>
                  <a:pt x="3421" y="942"/>
                  <a:pt x="3410" y="946"/>
                </a:cubicBezTo>
                <a:cubicBezTo>
                  <a:pt x="3398" y="951"/>
                  <a:pt x="3387" y="954"/>
                  <a:pt x="3374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2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866880" y="5368680"/>
            <a:ext cx="71748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Next.js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3166920" y="5310000"/>
            <a:ext cx="1047960" cy="343440"/>
          </a:xfrm>
          <a:custGeom>
            <a:avLst/>
            <a:gdLst/>
            <a:ahLst/>
            <a:rect l="0" t="0" r="r" b="b"/>
            <a:pathLst>
              <a:path w="2911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2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819" y="0"/>
                </a:lnTo>
                <a:cubicBezTo>
                  <a:pt x="2831" y="0"/>
                  <a:pt x="2843" y="2"/>
                  <a:pt x="2854" y="8"/>
                </a:cubicBezTo>
                <a:cubicBezTo>
                  <a:pt x="2865" y="13"/>
                  <a:pt x="2876" y="19"/>
                  <a:pt x="2884" y="28"/>
                </a:cubicBezTo>
                <a:cubicBezTo>
                  <a:pt x="2893" y="37"/>
                  <a:pt x="2900" y="47"/>
                  <a:pt x="2904" y="58"/>
                </a:cubicBezTo>
                <a:cubicBezTo>
                  <a:pt x="2909" y="70"/>
                  <a:pt x="2911" y="81"/>
                  <a:pt x="2911" y="94"/>
                </a:cubicBezTo>
                <a:lnTo>
                  <a:pt x="2911" y="861"/>
                </a:lnTo>
                <a:cubicBezTo>
                  <a:pt x="2911" y="873"/>
                  <a:pt x="2909" y="885"/>
                  <a:pt x="2904" y="896"/>
                </a:cubicBezTo>
                <a:cubicBezTo>
                  <a:pt x="2900" y="908"/>
                  <a:pt x="2893" y="918"/>
                  <a:pt x="2884" y="926"/>
                </a:cubicBezTo>
                <a:cubicBezTo>
                  <a:pt x="2876" y="935"/>
                  <a:pt x="2865" y="942"/>
                  <a:pt x="2854" y="946"/>
                </a:cubicBezTo>
                <a:cubicBezTo>
                  <a:pt x="2843" y="951"/>
                  <a:pt x="2831" y="954"/>
                  <a:pt x="2819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2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3166920" y="5310000"/>
            <a:ext cx="1047960" cy="343440"/>
          </a:xfrm>
          <a:custGeom>
            <a:avLst/>
            <a:gdLst/>
            <a:ahLst/>
            <a:rect l="0" t="0" r="r" b="b"/>
            <a:pathLst>
              <a:path w="2911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2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819" y="0"/>
                </a:lnTo>
                <a:cubicBezTo>
                  <a:pt x="2831" y="0"/>
                  <a:pt x="2843" y="2"/>
                  <a:pt x="2854" y="8"/>
                </a:cubicBezTo>
                <a:cubicBezTo>
                  <a:pt x="2865" y="13"/>
                  <a:pt x="2876" y="19"/>
                  <a:pt x="2884" y="28"/>
                </a:cubicBezTo>
                <a:cubicBezTo>
                  <a:pt x="2893" y="37"/>
                  <a:pt x="2900" y="47"/>
                  <a:pt x="2904" y="58"/>
                </a:cubicBezTo>
                <a:cubicBezTo>
                  <a:pt x="2909" y="70"/>
                  <a:pt x="2911" y="81"/>
                  <a:pt x="2911" y="94"/>
                </a:cubicBezTo>
                <a:lnTo>
                  <a:pt x="2911" y="861"/>
                </a:lnTo>
                <a:cubicBezTo>
                  <a:pt x="2911" y="873"/>
                  <a:pt x="2909" y="885"/>
                  <a:pt x="2904" y="896"/>
                </a:cubicBezTo>
                <a:cubicBezTo>
                  <a:pt x="2900" y="908"/>
                  <a:pt x="2893" y="918"/>
                  <a:pt x="2884" y="926"/>
                </a:cubicBezTo>
                <a:cubicBezTo>
                  <a:pt x="2876" y="935"/>
                  <a:pt x="2865" y="942"/>
                  <a:pt x="2854" y="946"/>
                </a:cubicBezTo>
                <a:cubicBezTo>
                  <a:pt x="2843" y="951"/>
                  <a:pt x="2831" y="954"/>
                  <a:pt x="2819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2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1910520" y="5368680"/>
            <a:ext cx="10249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TypeScript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4319280" y="5310000"/>
            <a:ext cx="838800" cy="343440"/>
          </a:xfrm>
          <a:custGeom>
            <a:avLst/>
            <a:gdLst/>
            <a:ahLst/>
            <a:rect l="0" t="0" r="r" b="b"/>
            <a:pathLst>
              <a:path w="2330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3"/>
                  <a:pt x="58" y="8"/>
                </a:cubicBezTo>
                <a:cubicBezTo>
                  <a:pt x="69" y="2"/>
                  <a:pt x="81" y="0"/>
                  <a:pt x="93" y="0"/>
                </a:cubicBezTo>
                <a:lnTo>
                  <a:pt x="2237" y="0"/>
                </a:lnTo>
                <a:cubicBezTo>
                  <a:pt x="2249" y="0"/>
                  <a:pt x="2261" y="2"/>
                  <a:pt x="2273" y="8"/>
                </a:cubicBezTo>
                <a:cubicBezTo>
                  <a:pt x="2284" y="13"/>
                  <a:pt x="2294" y="19"/>
                  <a:pt x="2303" y="28"/>
                </a:cubicBezTo>
                <a:cubicBezTo>
                  <a:pt x="2311" y="37"/>
                  <a:pt x="2318" y="47"/>
                  <a:pt x="2323" y="58"/>
                </a:cubicBezTo>
                <a:cubicBezTo>
                  <a:pt x="2327" y="70"/>
                  <a:pt x="2330" y="81"/>
                  <a:pt x="2330" y="94"/>
                </a:cubicBezTo>
                <a:lnTo>
                  <a:pt x="2330" y="861"/>
                </a:lnTo>
                <a:cubicBezTo>
                  <a:pt x="2330" y="873"/>
                  <a:pt x="2327" y="885"/>
                  <a:pt x="2323" y="896"/>
                </a:cubicBezTo>
                <a:cubicBezTo>
                  <a:pt x="2318" y="908"/>
                  <a:pt x="2311" y="918"/>
                  <a:pt x="2303" y="926"/>
                </a:cubicBezTo>
                <a:cubicBezTo>
                  <a:pt x="2294" y="935"/>
                  <a:pt x="2284" y="942"/>
                  <a:pt x="2273" y="946"/>
                </a:cubicBezTo>
                <a:cubicBezTo>
                  <a:pt x="2261" y="951"/>
                  <a:pt x="2249" y="954"/>
                  <a:pt x="2237" y="954"/>
                </a:cubicBezTo>
                <a:lnTo>
                  <a:pt x="93" y="954"/>
                </a:lnTo>
                <a:cubicBezTo>
                  <a:pt x="81" y="954"/>
                  <a:pt x="69" y="951"/>
                  <a:pt x="58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4319280" y="5310000"/>
            <a:ext cx="838800" cy="343440"/>
          </a:xfrm>
          <a:custGeom>
            <a:avLst/>
            <a:gdLst/>
            <a:ahLst/>
            <a:rect l="0" t="0" r="r" b="b"/>
            <a:pathLst>
              <a:path w="2330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3"/>
                  <a:pt x="58" y="8"/>
                </a:cubicBezTo>
                <a:cubicBezTo>
                  <a:pt x="69" y="2"/>
                  <a:pt x="81" y="0"/>
                  <a:pt x="93" y="0"/>
                </a:cubicBezTo>
                <a:lnTo>
                  <a:pt x="2237" y="0"/>
                </a:lnTo>
                <a:cubicBezTo>
                  <a:pt x="2249" y="0"/>
                  <a:pt x="2261" y="2"/>
                  <a:pt x="2273" y="8"/>
                </a:cubicBezTo>
                <a:cubicBezTo>
                  <a:pt x="2284" y="13"/>
                  <a:pt x="2294" y="19"/>
                  <a:pt x="2303" y="28"/>
                </a:cubicBezTo>
                <a:cubicBezTo>
                  <a:pt x="2311" y="37"/>
                  <a:pt x="2318" y="47"/>
                  <a:pt x="2323" y="58"/>
                </a:cubicBezTo>
                <a:cubicBezTo>
                  <a:pt x="2327" y="70"/>
                  <a:pt x="2330" y="81"/>
                  <a:pt x="2330" y="94"/>
                </a:cubicBezTo>
                <a:lnTo>
                  <a:pt x="2330" y="861"/>
                </a:lnTo>
                <a:cubicBezTo>
                  <a:pt x="2330" y="873"/>
                  <a:pt x="2327" y="885"/>
                  <a:pt x="2323" y="896"/>
                </a:cubicBezTo>
                <a:cubicBezTo>
                  <a:pt x="2318" y="908"/>
                  <a:pt x="2311" y="918"/>
                  <a:pt x="2303" y="926"/>
                </a:cubicBezTo>
                <a:cubicBezTo>
                  <a:pt x="2294" y="935"/>
                  <a:pt x="2284" y="942"/>
                  <a:pt x="2273" y="946"/>
                </a:cubicBezTo>
                <a:cubicBezTo>
                  <a:pt x="2261" y="951"/>
                  <a:pt x="2249" y="954"/>
                  <a:pt x="2237" y="954"/>
                </a:cubicBezTo>
                <a:lnTo>
                  <a:pt x="93" y="954"/>
                </a:lnTo>
                <a:cubicBezTo>
                  <a:pt x="81" y="954"/>
                  <a:pt x="69" y="951"/>
                  <a:pt x="58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3270600" y="5368680"/>
            <a:ext cx="82008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Tailwind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5262480" y="5310000"/>
            <a:ext cx="933840" cy="343440"/>
          </a:xfrm>
          <a:custGeom>
            <a:avLst/>
            <a:gdLst/>
            <a:ahLst/>
            <a:rect l="0" t="0" r="r" b="b"/>
            <a:pathLst>
              <a:path w="2594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501" y="0"/>
                </a:lnTo>
                <a:cubicBezTo>
                  <a:pt x="2513" y="0"/>
                  <a:pt x="2525" y="2"/>
                  <a:pt x="2536" y="8"/>
                </a:cubicBezTo>
                <a:cubicBezTo>
                  <a:pt x="2548" y="13"/>
                  <a:pt x="2558" y="19"/>
                  <a:pt x="2567" y="28"/>
                </a:cubicBezTo>
                <a:cubicBezTo>
                  <a:pt x="2575" y="37"/>
                  <a:pt x="2582" y="47"/>
                  <a:pt x="2587" y="58"/>
                </a:cubicBezTo>
                <a:cubicBezTo>
                  <a:pt x="2591" y="70"/>
                  <a:pt x="2594" y="81"/>
                  <a:pt x="2594" y="94"/>
                </a:cubicBezTo>
                <a:lnTo>
                  <a:pt x="2594" y="861"/>
                </a:lnTo>
                <a:cubicBezTo>
                  <a:pt x="2594" y="873"/>
                  <a:pt x="2591" y="885"/>
                  <a:pt x="2587" y="896"/>
                </a:cubicBezTo>
                <a:cubicBezTo>
                  <a:pt x="2582" y="908"/>
                  <a:pt x="2575" y="918"/>
                  <a:pt x="2567" y="926"/>
                </a:cubicBezTo>
                <a:cubicBezTo>
                  <a:pt x="2558" y="935"/>
                  <a:pt x="2548" y="942"/>
                  <a:pt x="2536" y="946"/>
                </a:cubicBezTo>
                <a:cubicBezTo>
                  <a:pt x="2525" y="951"/>
                  <a:pt x="2513" y="954"/>
                  <a:pt x="2501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5262480" y="5310000"/>
            <a:ext cx="933840" cy="343440"/>
          </a:xfrm>
          <a:custGeom>
            <a:avLst/>
            <a:gdLst/>
            <a:ahLst/>
            <a:rect l="0" t="0" r="r" b="b"/>
            <a:pathLst>
              <a:path w="2594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501" y="0"/>
                </a:lnTo>
                <a:cubicBezTo>
                  <a:pt x="2513" y="0"/>
                  <a:pt x="2525" y="2"/>
                  <a:pt x="2536" y="8"/>
                </a:cubicBezTo>
                <a:cubicBezTo>
                  <a:pt x="2548" y="13"/>
                  <a:pt x="2558" y="19"/>
                  <a:pt x="2567" y="28"/>
                </a:cubicBezTo>
                <a:cubicBezTo>
                  <a:pt x="2575" y="37"/>
                  <a:pt x="2582" y="47"/>
                  <a:pt x="2587" y="58"/>
                </a:cubicBezTo>
                <a:cubicBezTo>
                  <a:pt x="2591" y="70"/>
                  <a:pt x="2594" y="81"/>
                  <a:pt x="2594" y="94"/>
                </a:cubicBezTo>
                <a:lnTo>
                  <a:pt x="2594" y="861"/>
                </a:lnTo>
                <a:cubicBezTo>
                  <a:pt x="2594" y="873"/>
                  <a:pt x="2591" y="885"/>
                  <a:pt x="2587" y="896"/>
                </a:cubicBezTo>
                <a:cubicBezTo>
                  <a:pt x="2582" y="908"/>
                  <a:pt x="2575" y="918"/>
                  <a:pt x="2567" y="926"/>
                </a:cubicBezTo>
                <a:cubicBezTo>
                  <a:pt x="2558" y="935"/>
                  <a:pt x="2548" y="942"/>
                  <a:pt x="2536" y="946"/>
                </a:cubicBezTo>
                <a:cubicBezTo>
                  <a:pt x="2525" y="951"/>
                  <a:pt x="2513" y="954"/>
                  <a:pt x="2501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419720" y="5368680"/>
            <a:ext cx="6152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Python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6300720" y="5310000"/>
            <a:ext cx="1152720" cy="343440"/>
          </a:xfrm>
          <a:custGeom>
            <a:avLst/>
            <a:gdLst/>
            <a:ahLst/>
            <a:rect l="0" t="0" r="r" b="b"/>
            <a:pathLst>
              <a:path w="3202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5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3110" y="0"/>
                </a:lnTo>
                <a:cubicBezTo>
                  <a:pt x="3122" y="0"/>
                  <a:pt x="3134" y="2"/>
                  <a:pt x="3145" y="8"/>
                </a:cubicBezTo>
                <a:cubicBezTo>
                  <a:pt x="3156" y="13"/>
                  <a:pt x="3166" y="19"/>
                  <a:pt x="3175" y="28"/>
                </a:cubicBezTo>
                <a:cubicBezTo>
                  <a:pt x="3184" y="37"/>
                  <a:pt x="3190" y="47"/>
                  <a:pt x="3195" y="58"/>
                </a:cubicBezTo>
                <a:cubicBezTo>
                  <a:pt x="3200" y="70"/>
                  <a:pt x="3202" y="81"/>
                  <a:pt x="3202" y="94"/>
                </a:cubicBezTo>
                <a:lnTo>
                  <a:pt x="3202" y="861"/>
                </a:lnTo>
                <a:cubicBezTo>
                  <a:pt x="3202" y="873"/>
                  <a:pt x="3200" y="885"/>
                  <a:pt x="3195" y="896"/>
                </a:cubicBezTo>
                <a:cubicBezTo>
                  <a:pt x="3190" y="908"/>
                  <a:pt x="3184" y="918"/>
                  <a:pt x="3175" y="926"/>
                </a:cubicBezTo>
                <a:cubicBezTo>
                  <a:pt x="3166" y="935"/>
                  <a:pt x="3156" y="942"/>
                  <a:pt x="3145" y="946"/>
                </a:cubicBezTo>
                <a:cubicBezTo>
                  <a:pt x="3134" y="951"/>
                  <a:pt x="3122" y="954"/>
                  <a:pt x="3110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5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6300720" y="5310000"/>
            <a:ext cx="1152720" cy="343440"/>
          </a:xfrm>
          <a:custGeom>
            <a:avLst/>
            <a:gdLst/>
            <a:ahLst/>
            <a:rect l="0" t="0" r="r" b="b"/>
            <a:pathLst>
              <a:path w="3202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5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3110" y="0"/>
                </a:lnTo>
                <a:cubicBezTo>
                  <a:pt x="3122" y="0"/>
                  <a:pt x="3134" y="2"/>
                  <a:pt x="3145" y="8"/>
                </a:cubicBezTo>
                <a:cubicBezTo>
                  <a:pt x="3156" y="13"/>
                  <a:pt x="3166" y="19"/>
                  <a:pt x="3175" y="28"/>
                </a:cubicBezTo>
                <a:cubicBezTo>
                  <a:pt x="3184" y="37"/>
                  <a:pt x="3190" y="47"/>
                  <a:pt x="3195" y="58"/>
                </a:cubicBezTo>
                <a:cubicBezTo>
                  <a:pt x="3200" y="70"/>
                  <a:pt x="3202" y="81"/>
                  <a:pt x="3202" y="94"/>
                </a:cubicBezTo>
                <a:lnTo>
                  <a:pt x="3202" y="861"/>
                </a:lnTo>
                <a:cubicBezTo>
                  <a:pt x="3202" y="873"/>
                  <a:pt x="3200" y="885"/>
                  <a:pt x="3195" y="896"/>
                </a:cubicBezTo>
                <a:cubicBezTo>
                  <a:pt x="3190" y="908"/>
                  <a:pt x="3184" y="918"/>
                  <a:pt x="3175" y="926"/>
                </a:cubicBezTo>
                <a:cubicBezTo>
                  <a:pt x="3166" y="935"/>
                  <a:pt x="3156" y="942"/>
                  <a:pt x="3145" y="946"/>
                </a:cubicBezTo>
                <a:cubicBezTo>
                  <a:pt x="3134" y="951"/>
                  <a:pt x="3122" y="954"/>
                  <a:pt x="3110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5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357880" y="5368680"/>
            <a:ext cx="71748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FastAPI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7557840" y="5310000"/>
            <a:ext cx="1257840" cy="343440"/>
          </a:xfrm>
          <a:custGeom>
            <a:avLst/>
            <a:gdLst/>
            <a:ahLst/>
            <a:rect l="0" t="0" r="r" b="b"/>
            <a:pathLst>
              <a:path w="3494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9" y="2"/>
                  <a:pt x="81" y="0"/>
                  <a:pt x="93" y="0"/>
                </a:cubicBezTo>
                <a:lnTo>
                  <a:pt x="3401" y="0"/>
                </a:lnTo>
                <a:cubicBezTo>
                  <a:pt x="3413" y="0"/>
                  <a:pt x="3425" y="2"/>
                  <a:pt x="3437" y="8"/>
                </a:cubicBezTo>
                <a:cubicBezTo>
                  <a:pt x="3448" y="13"/>
                  <a:pt x="3458" y="19"/>
                  <a:pt x="3467" y="28"/>
                </a:cubicBezTo>
                <a:cubicBezTo>
                  <a:pt x="3475" y="37"/>
                  <a:pt x="3482" y="47"/>
                  <a:pt x="3487" y="58"/>
                </a:cubicBezTo>
                <a:cubicBezTo>
                  <a:pt x="3491" y="70"/>
                  <a:pt x="3494" y="81"/>
                  <a:pt x="3494" y="94"/>
                </a:cubicBezTo>
                <a:lnTo>
                  <a:pt x="3494" y="861"/>
                </a:lnTo>
                <a:cubicBezTo>
                  <a:pt x="3494" y="873"/>
                  <a:pt x="3491" y="885"/>
                  <a:pt x="3487" y="896"/>
                </a:cubicBezTo>
                <a:cubicBezTo>
                  <a:pt x="3482" y="908"/>
                  <a:pt x="3475" y="918"/>
                  <a:pt x="3467" y="926"/>
                </a:cubicBezTo>
                <a:cubicBezTo>
                  <a:pt x="3458" y="935"/>
                  <a:pt x="3448" y="942"/>
                  <a:pt x="3437" y="946"/>
                </a:cubicBezTo>
                <a:cubicBezTo>
                  <a:pt x="3425" y="951"/>
                  <a:pt x="3413" y="954"/>
                  <a:pt x="3401" y="954"/>
                </a:cubicBezTo>
                <a:lnTo>
                  <a:pt x="93" y="954"/>
                </a:lnTo>
                <a:cubicBezTo>
                  <a:pt x="81" y="954"/>
                  <a:pt x="69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7557840" y="5310000"/>
            <a:ext cx="1257840" cy="343440"/>
          </a:xfrm>
          <a:custGeom>
            <a:avLst/>
            <a:gdLst/>
            <a:ahLst/>
            <a:rect l="0" t="0" r="r" b="b"/>
            <a:pathLst>
              <a:path w="3494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9" y="2"/>
                  <a:pt x="81" y="0"/>
                  <a:pt x="93" y="0"/>
                </a:cubicBezTo>
                <a:lnTo>
                  <a:pt x="3401" y="0"/>
                </a:lnTo>
                <a:cubicBezTo>
                  <a:pt x="3413" y="0"/>
                  <a:pt x="3425" y="2"/>
                  <a:pt x="3437" y="8"/>
                </a:cubicBezTo>
                <a:cubicBezTo>
                  <a:pt x="3448" y="13"/>
                  <a:pt x="3458" y="19"/>
                  <a:pt x="3467" y="28"/>
                </a:cubicBezTo>
                <a:cubicBezTo>
                  <a:pt x="3475" y="37"/>
                  <a:pt x="3482" y="47"/>
                  <a:pt x="3487" y="58"/>
                </a:cubicBezTo>
                <a:cubicBezTo>
                  <a:pt x="3491" y="70"/>
                  <a:pt x="3494" y="81"/>
                  <a:pt x="3494" y="94"/>
                </a:cubicBezTo>
                <a:lnTo>
                  <a:pt x="3494" y="861"/>
                </a:lnTo>
                <a:cubicBezTo>
                  <a:pt x="3494" y="873"/>
                  <a:pt x="3491" y="885"/>
                  <a:pt x="3487" y="896"/>
                </a:cubicBezTo>
                <a:cubicBezTo>
                  <a:pt x="3482" y="908"/>
                  <a:pt x="3475" y="918"/>
                  <a:pt x="3467" y="926"/>
                </a:cubicBezTo>
                <a:cubicBezTo>
                  <a:pt x="3458" y="935"/>
                  <a:pt x="3448" y="942"/>
                  <a:pt x="3437" y="946"/>
                </a:cubicBezTo>
                <a:cubicBezTo>
                  <a:pt x="3425" y="951"/>
                  <a:pt x="3413" y="954"/>
                  <a:pt x="3401" y="954"/>
                </a:cubicBezTo>
                <a:lnTo>
                  <a:pt x="93" y="954"/>
                </a:lnTo>
                <a:cubicBezTo>
                  <a:pt x="81" y="954"/>
                  <a:pt x="69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6401520" y="5368680"/>
            <a:ext cx="9223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MediaPipe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8920080" y="5310000"/>
            <a:ext cx="829080" cy="343440"/>
          </a:xfrm>
          <a:custGeom>
            <a:avLst/>
            <a:gdLst/>
            <a:ahLst/>
            <a:rect l="0" t="0" r="r" b="b"/>
            <a:pathLst>
              <a:path w="2303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210" y="0"/>
                </a:lnTo>
                <a:cubicBezTo>
                  <a:pt x="2222" y="0"/>
                  <a:pt x="2234" y="2"/>
                  <a:pt x="2245" y="8"/>
                </a:cubicBezTo>
                <a:cubicBezTo>
                  <a:pt x="2257" y="13"/>
                  <a:pt x="2267" y="19"/>
                  <a:pt x="2275" y="28"/>
                </a:cubicBezTo>
                <a:cubicBezTo>
                  <a:pt x="2284" y="37"/>
                  <a:pt x="2291" y="47"/>
                  <a:pt x="2296" y="58"/>
                </a:cubicBezTo>
                <a:cubicBezTo>
                  <a:pt x="2300" y="70"/>
                  <a:pt x="2303" y="81"/>
                  <a:pt x="2303" y="94"/>
                </a:cubicBezTo>
                <a:lnTo>
                  <a:pt x="2303" y="861"/>
                </a:lnTo>
                <a:cubicBezTo>
                  <a:pt x="2303" y="873"/>
                  <a:pt x="2300" y="885"/>
                  <a:pt x="2296" y="896"/>
                </a:cubicBezTo>
                <a:cubicBezTo>
                  <a:pt x="2291" y="908"/>
                  <a:pt x="2284" y="918"/>
                  <a:pt x="2275" y="926"/>
                </a:cubicBezTo>
                <a:cubicBezTo>
                  <a:pt x="2267" y="935"/>
                  <a:pt x="2257" y="942"/>
                  <a:pt x="2245" y="946"/>
                </a:cubicBezTo>
                <a:cubicBezTo>
                  <a:pt x="2234" y="951"/>
                  <a:pt x="2222" y="954"/>
                  <a:pt x="2210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8920080" y="5310000"/>
            <a:ext cx="829080" cy="343440"/>
          </a:xfrm>
          <a:custGeom>
            <a:avLst/>
            <a:gdLst/>
            <a:ahLst/>
            <a:rect l="0" t="0" r="r" b="b"/>
            <a:pathLst>
              <a:path w="2303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210" y="0"/>
                </a:lnTo>
                <a:cubicBezTo>
                  <a:pt x="2222" y="0"/>
                  <a:pt x="2234" y="2"/>
                  <a:pt x="2245" y="8"/>
                </a:cubicBezTo>
                <a:cubicBezTo>
                  <a:pt x="2257" y="13"/>
                  <a:pt x="2267" y="19"/>
                  <a:pt x="2275" y="28"/>
                </a:cubicBezTo>
                <a:cubicBezTo>
                  <a:pt x="2284" y="37"/>
                  <a:pt x="2291" y="47"/>
                  <a:pt x="2296" y="58"/>
                </a:cubicBezTo>
                <a:cubicBezTo>
                  <a:pt x="2300" y="70"/>
                  <a:pt x="2303" y="81"/>
                  <a:pt x="2303" y="94"/>
                </a:cubicBezTo>
                <a:lnTo>
                  <a:pt x="2303" y="861"/>
                </a:lnTo>
                <a:cubicBezTo>
                  <a:pt x="2303" y="873"/>
                  <a:pt x="2300" y="885"/>
                  <a:pt x="2296" y="896"/>
                </a:cubicBezTo>
                <a:cubicBezTo>
                  <a:pt x="2291" y="908"/>
                  <a:pt x="2284" y="918"/>
                  <a:pt x="2275" y="926"/>
                </a:cubicBezTo>
                <a:cubicBezTo>
                  <a:pt x="2267" y="935"/>
                  <a:pt x="2257" y="942"/>
                  <a:pt x="2245" y="946"/>
                </a:cubicBezTo>
                <a:cubicBezTo>
                  <a:pt x="2234" y="951"/>
                  <a:pt x="2222" y="954"/>
                  <a:pt x="2210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7656120" y="5368680"/>
            <a:ext cx="10249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WebSockets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9853560" y="5310000"/>
            <a:ext cx="943200" cy="343440"/>
          </a:xfrm>
          <a:custGeom>
            <a:avLst/>
            <a:gdLst/>
            <a:ahLst/>
            <a:rect l="0" t="0" r="r" b="b"/>
            <a:pathLst>
              <a:path w="2620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5" y="19"/>
                  <a:pt x="45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527" y="0"/>
                </a:lnTo>
                <a:cubicBezTo>
                  <a:pt x="2540" y="0"/>
                  <a:pt x="2552" y="2"/>
                  <a:pt x="2563" y="8"/>
                </a:cubicBezTo>
                <a:cubicBezTo>
                  <a:pt x="2574" y="13"/>
                  <a:pt x="2584" y="19"/>
                  <a:pt x="2593" y="28"/>
                </a:cubicBezTo>
                <a:cubicBezTo>
                  <a:pt x="2602" y="37"/>
                  <a:pt x="2608" y="47"/>
                  <a:pt x="2613" y="58"/>
                </a:cubicBezTo>
                <a:cubicBezTo>
                  <a:pt x="2618" y="70"/>
                  <a:pt x="2620" y="81"/>
                  <a:pt x="2620" y="94"/>
                </a:cubicBezTo>
                <a:lnTo>
                  <a:pt x="2620" y="861"/>
                </a:lnTo>
                <a:cubicBezTo>
                  <a:pt x="2620" y="873"/>
                  <a:pt x="2618" y="885"/>
                  <a:pt x="2613" y="896"/>
                </a:cubicBezTo>
                <a:cubicBezTo>
                  <a:pt x="2608" y="908"/>
                  <a:pt x="2602" y="918"/>
                  <a:pt x="2593" y="926"/>
                </a:cubicBezTo>
                <a:cubicBezTo>
                  <a:pt x="2584" y="935"/>
                  <a:pt x="2574" y="942"/>
                  <a:pt x="2563" y="946"/>
                </a:cubicBezTo>
                <a:cubicBezTo>
                  <a:pt x="2552" y="951"/>
                  <a:pt x="2540" y="954"/>
                  <a:pt x="2527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5" y="942"/>
                  <a:pt x="35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9853560" y="5310000"/>
            <a:ext cx="943200" cy="343440"/>
          </a:xfrm>
          <a:custGeom>
            <a:avLst/>
            <a:gdLst/>
            <a:ahLst/>
            <a:rect l="0" t="0" r="r" b="b"/>
            <a:pathLst>
              <a:path w="2620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5" y="19"/>
                  <a:pt x="45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527" y="0"/>
                </a:lnTo>
                <a:cubicBezTo>
                  <a:pt x="2540" y="0"/>
                  <a:pt x="2552" y="2"/>
                  <a:pt x="2563" y="8"/>
                </a:cubicBezTo>
                <a:cubicBezTo>
                  <a:pt x="2574" y="13"/>
                  <a:pt x="2584" y="19"/>
                  <a:pt x="2593" y="28"/>
                </a:cubicBezTo>
                <a:cubicBezTo>
                  <a:pt x="2602" y="37"/>
                  <a:pt x="2608" y="47"/>
                  <a:pt x="2613" y="58"/>
                </a:cubicBezTo>
                <a:cubicBezTo>
                  <a:pt x="2618" y="70"/>
                  <a:pt x="2620" y="81"/>
                  <a:pt x="2620" y="94"/>
                </a:cubicBezTo>
                <a:lnTo>
                  <a:pt x="2620" y="861"/>
                </a:lnTo>
                <a:cubicBezTo>
                  <a:pt x="2620" y="873"/>
                  <a:pt x="2618" y="885"/>
                  <a:pt x="2613" y="896"/>
                </a:cubicBezTo>
                <a:cubicBezTo>
                  <a:pt x="2608" y="908"/>
                  <a:pt x="2602" y="918"/>
                  <a:pt x="2593" y="926"/>
                </a:cubicBezTo>
                <a:cubicBezTo>
                  <a:pt x="2584" y="935"/>
                  <a:pt x="2574" y="942"/>
                  <a:pt x="2563" y="946"/>
                </a:cubicBezTo>
                <a:cubicBezTo>
                  <a:pt x="2552" y="951"/>
                  <a:pt x="2540" y="954"/>
                  <a:pt x="2527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5" y="942"/>
                  <a:pt x="35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9016560" y="5368680"/>
            <a:ext cx="6152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Docker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766440" y="5757840"/>
            <a:ext cx="1153080" cy="343080"/>
          </a:xfrm>
          <a:custGeom>
            <a:avLst/>
            <a:gdLst/>
            <a:ahLst/>
            <a:rect l="0" t="0" r="r" b="b"/>
            <a:pathLst>
              <a:path w="3203" h="953">
                <a:moveTo>
                  <a:pt x="0" y="860"/>
                </a:moveTo>
                <a:lnTo>
                  <a:pt x="0" y="92"/>
                </a:lnTo>
                <a:cubicBezTo>
                  <a:pt x="0" y="80"/>
                  <a:pt x="3" y="68"/>
                  <a:pt x="7" y="57"/>
                </a:cubicBezTo>
                <a:cubicBezTo>
                  <a:pt x="12" y="45"/>
                  <a:pt x="19" y="35"/>
                  <a:pt x="28" y="27"/>
                </a:cubicBezTo>
                <a:cubicBezTo>
                  <a:pt x="36" y="18"/>
                  <a:pt x="46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lnTo>
                  <a:pt x="3110" y="0"/>
                </a:lnTo>
                <a:cubicBezTo>
                  <a:pt x="3123" y="0"/>
                  <a:pt x="3134" y="2"/>
                  <a:pt x="3146" y="7"/>
                </a:cubicBezTo>
                <a:cubicBezTo>
                  <a:pt x="3157" y="11"/>
                  <a:pt x="3167" y="18"/>
                  <a:pt x="3176" y="27"/>
                </a:cubicBezTo>
                <a:cubicBezTo>
                  <a:pt x="3184" y="35"/>
                  <a:pt x="3191" y="45"/>
                  <a:pt x="3196" y="57"/>
                </a:cubicBezTo>
                <a:cubicBezTo>
                  <a:pt x="3201" y="68"/>
                  <a:pt x="3203" y="80"/>
                  <a:pt x="3203" y="92"/>
                </a:cubicBezTo>
                <a:lnTo>
                  <a:pt x="3203" y="860"/>
                </a:lnTo>
                <a:cubicBezTo>
                  <a:pt x="3203" y="873"/>
                  <a:pt x="3201" y="885"/>
                  <a:pt x="3196" y="896"/>
                </a:cubicBezTo>
                <a:cubicBezTo>
                  <a:pt x="3191" y="907"/>
                  <a:pt x="3184" y="917"/>
                  <a:pt x="3176" y="926"/>
                </a:cubicBezTo>
                <a:cubicBezTo>
                  <a:pt x="3167" y="935"/>
                  <a:pt x="3157" y="941"/>
                  <a:pt x="3146" y="946"/>
                </a:cubicBezTo>
                <a:cubicBezTo>
                  <a:pt x="3134" y="951"/>
                  <a:pt x="3123" y="953"/>
                  <a:pt x="3110" y="953"/>
                </a:cubicBezTo>
                <a:lnTo>
                  <a:pt x="93" y="953"/>
                </a:lnTo>
                <a:cubicBezTo>
                  <a:pt x="81" y="953"/>
                  <a:pt x="69" y="951"/>
                  <a:pt x="58" y="946"/>
                </a:cubicBezTo>
                <a:cubicBezTo>
                  <a:pt x="46" y="941"/>
                  <a:pt x="36" y="935"/>
                  <a:pt x="28" y="926"/>
                </a:cubicBezTo>
                <a:cubicBezTo>
                  <a:pt x="19" y="917"/>
                  <a:pt x="12" y="907"/>
                  <a:pt x="7" y="896"/>
                </a:cubicBezTo>
                <a:cubicBezTo>
                  <a:pt x="3" y="885"/>
                  <a:pt x="0" y="873"/>
                  <a:pt x="0" y="860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766440" y="5757840"/>
            <a:ext cx="1153080" cy="343080"/>
          </a:xfrm>
          <a:custGeom>
            <a:avLst/>
            <a:gdLst/>
            <a:ahLst/>
            <a:rect l="0" t="0" r="r" b="b"/>
            <a:pathLst>
              <a:path w="3203" h="953">
                <a:moveTo>
                  <a:pt x="0" y="860"/>
                </a:moveTo>
                <a:lnTo>
                  <a:pt x="0" y="92"/>
                </a:lnTo>
                <a:cubicBezTo>
                  <a:pt x="0" y="80"/>
                  <a:pt x="3" y="68"/>
                  <a:pt x="7" y="57"/>
                </a:cubicBezTo>
                <a:cubicBezTo>
                  <a:pt x="12" y="45"/>
                  <a:pt x="19" y="35"/>
                  <a:pt x="28" y="27"/>
                </a:cubicBezTo>
                <a:cubicBezTo>
                  <a:pt x="36" y="18"/>
                  <a:pt x="46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lnTo>
                  <a:pt x="3110" y="0"/>
                </a:lnTo>
                <a:cubicBezTo>
                  <a:pt x="3123" y="0"/>
                  <a:pt x="3134" y="2"/>
                  <a:pt x="3146" y="7"/>
                </a:cubicBezTo>
                <a:cubicBezTo>
                  <a:pt x="3157" y="11"/>
                  <a:pt x="3167" y="18"/>
                  <a:pt x="3176" y="27"/>
                </a:cubicBezTo>
                <a:cubicBezTo>
                  <a:pt x="3184" y="35"/>
                  <a:pt x="3191" y="45"/>
                  <a:pt x="3196" y="57"/>
                </a:cubicBezTo>
                <a:cubicBezTo>
                  <a:pt x="3201" y="68"/>
                  <a:pt x="3203" y="80"/>
                  <a:pt x="3203" y="92"/>
                </a:cubicBezTo>
                <a:lnTo>
                  <a:pt x="3203" y="860"/>
                </a:lnTo>
                <a:cubicBezTo>
                  <a:pt x="3203" y="873"/>
                  <a:pt x="3201" y="885"/>
                  <a:pt x="3196" y="896"/>
                </a:cubicBezTo>
                <a:cubicBezTo>
                  <a:pt x="3191" y="907"/>
                  <a:pt x="3184" y="917"/>
                  <a:pt x="3176" y="926"/>
                </a:cubicBezTo>
                <a:cubicBezTo>
                  <a:pt x="3167" y="935"/>
                  <a:pt x="3157" y="941"/>
                  <a:pt x="3146" y="946"/>
                </a:cubicBezTo>
                <a:cubicBezTo>
                  <a:pt x="3134" y="951"/>
                  <a:pt x="3123" y="953"/>
                  <a:pt x="3110" y="953"/>
                </a:cubicBezTo>
                <a:lnTo>
                  <a:pt x="93" y="953"/>
                </a:lnTo>
                <a:cubicBezTo>
                  <a:pt x="81" y="953"/>
                  <a:pt x="69" y="951"/>
                  <a:pt x="58" y="946"/>
                </a:cubicBezTo>
                <a:cubicBezTo>
                  <a:pt x="46" y="941"/>
                  <a:pt x="36" y="935"/>
                  <a:pt x="28" y="926"/>
                </a:cubicBezTo>
                <a:cubicBezTo>
                  <a:pt x="19" y="917"/>
                  <a:pt x="12" y="907"/>
                  <a:pt x="7" y="896"/>
                </a:cubicBezTo>
                <a:cubicBezTo>
                  <a:pt x="3" y="885"/>
                  <a:pt x="0" y="873"/>
                  <a:pt x="0" y="860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9954360" y="5368680"/>
            <a:ext cx="71748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AWS EC2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2023920" y="5757840"/>
            <a:ext cx="724320" cy="343080"/>
          </a:xfrm>
          <a:custGeom>
            <a:avLst/>
            <a:gdLst/>
            <a:ahLst/>
            <a:rect l="0" t="0" r="r" b="b"/>
            <a:pathLst>
              <a:path w="2012" h="953">
                <a:moveTo>
                  <a:pt x="0" y="860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2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1919" y="0"/>
                </a:lnTo>
                <a:cubicBezTo>
                  <a:pt x="1931" y="0"/>
                  <a:pt x="1943" y="2"/>
                  <a:pt x="1955" y="7"/>
                </a:cubicBezTo>
                <a:cubicBezTo>
                  <a:pt x="1966" y="11"/>
                  <a:pt x="1976" y="18"/>
                  <a:pt x="1985" y="27"/>
                </a:cubicBezTo>
                <a:cubicBezTo>
                  <a:pt x="1993" y="35"/>
                  <a:pt x="2000" y="45"/>
                  <a:pt x="2005" y="57"/>
                </a:cubicBezTo>
                <a:cubicBezTo>
                  <a:pt x="2009" y="68"/>
                  <a:pt x="2012" y="80"/>
                  <a:pt x="2012" y="92"/>
                </a:cubicBezTo>
                <a:lnTo>
                  <a:pt x="2012" y="860"/>
                </a:lnTo>
                <a:cubicBezTo>
                  <a:pt x="2012" y="873"/>
                  <a:pt x="2009" y="885"/>
                  <a:pt x="2005" y="896"/>
                </a:cubicBezTo>
                <a:cubicBezTo>
                  <a:pt x="2000" y="907"/>
                  <a:pt x="1993" y="917"/>
                  <a:pt x="1985" y="926"/>
                </a:cubicBezTo>
                <a:cubicBezTo>
                  <a:pt x="1976" y="935"/>
                  <a:pt x="1966" y="941"/>
                  <a:pt x="1955" y="946"/>
                </a:cubicBezTo>
                <a:cubicBezTo>
                  <a:pt x="1943" y="951"/>
                  <a:pt x="1931" y="953"/>
                  <a:pt x="1919" y="953"/>
                </a:cubicBezTo>
                <a:lnTo>
                  <a:pt x="92" y="953"/>
                </a:lnTo>
                <a:cubicBezTo>
                  <a:pt x="80" y="953"/>
                  <a:pt x="68" y="951"/>
                  <a:pt x="57" y="946"/>
                </a:cubicBezTo>
                <a:cubicBezTo>
                  <a:pt x="46" y="941"/>
                  <a:pt x="36" y="935"/>
                  <a:pt x="27" y="926"/>
                </a:cubicBezTo>
                <a:cubicBezTo>
                  <a:pt x="18" y="917"/>
                  <a:pt x="12" y="907"/>
                  <a:pt x="7" y="896"/>
                </a:cubicBezTo>
                <a:cubicBezTo>
                  <a:pt x="2" y="885"/>
                  <a:pt x="0" y="873"/>
                  <a:pt x="0" y="860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2023920" y="5757840"/>
            <a:ext cx="724320" cy="343080"/>
          </a:xfrm>
          <a:custGeom>
            <a:avLst/>
            <a:gdLst/>
            <a:ahLst/>
            <a:rect l="0" t="0" r="r" b="b"/>
            <a:pathLst>
              <a:path w="2012" h="953">
                <a:moveTo>
                  <a:pt x="0" y="860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2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1919" y="0"/>
                </a:lnTo>
                <a:cubicBezTo>
                  <a:pt x="1931" y="0"/>
                  <a:pt x="1943" y="2"/>
                  <a:pt x="1955" y="7"/>
                </a:cubicBezTo>
                <a:cubicBezTo>
                  <a:pt x="1966" y="11"/>
                  <a:pt x="1976" y="18"/>
                  <a:pt x="1985" y="27"/>
                </a:cubicBezTo>
                <a:cubicBezTo>
                  <a:pt x="1993" y="35"/>
                  <a:pt x="2000" y="45"/>
                  <a:pt x="2005" y="57"/>
                </a:cubicBezTo>
                <a:cubicBezTo>
                  <a:pt x="2009" y="68"/>
                  <a:pt x="2012" y="80"/>
                  <a:pt x="2012" y="92"/>
                </a:cubicBezTo>
                <a:lnTo>
                  <a:pt x="2012" y="860"/>
                </a:lnTo>
                <a:cubicBezTo>
                  <a:pt x="2012" y="873"/>
                  <a:pt x="2009" y="885"/>
                  <a:pt x="2005" y="896"/>
                </a:cubicBezTo>
                <a:cubicBezTo>
                  <a:pt x="2000" y="907"/>
                  <a:pt x="1993" y="917"/>
                  <a:pt x="1985" y="926"/>
                </a:cubicBezTo>
                <a:cubicBezTo>
                  <a:pt x="1976" y="935"/>
                  <a:pt x="1966" y="941"/>
                  <a:pt x="1955" y="946"/>
                </a:cubicBezTo>
                <a:cubicBezTo>
                  <a:pt x="1943" y="951"/>
                  <a:pt x="1931" y="953"/>
                  <a:pt x="1919" y="953"/>
                </a:cubicBezTo>
                <a:lnTo>
                  <a:pt x="92" y="953"/>
                </a:lnTo>
                <a:cubicBezTo>
                  <a:pt x="80" y="953"/>
                  <a:pt x="68" y="951"/>
                  <a:pt x="57" y="946"/>
                </a:cubicBezTo>
                <a:cubicBezTo>
                  <a:pt x="46" y="941"/>
                  <a:pt x="36" y="935"/>
                  <a:pt x="27" y="926"/>
                </a:cubicBezTo>
                <a:cubicBezTo>
                  <a:pt x="18" y="917"/>
                  <a:pt x="12" y="907"/>
                  <a:pt x="7" y="896"/>
                </a:cubicBezTo>
                <a:cubicBezTo>
                  <a:pt x="2" y="885"/>
                  <a:pt x="0" y="873"/>
                  <a:pt x="0" y="860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866880" y="5816520"/>
            <a:ext cx="9223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CodeBuild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2121480" y="5816520"/>
            <a:ext cx="5126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Caddy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1028520" y="1920960"/>
            <a:ext cx="638820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Frontend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Next.js export estático en </a:t>
            </a:r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GitHub Pages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762120" y="189972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1028520" y="2415960"/>
            <a:ext cx="89096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Backend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FastAPI + MediaPipe en contenedor, </a:t>
            </a:r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AWS EC2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+ Caddy (TLS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1028520" y="2816280"/>
            <a:ext cx="139428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automático)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762120" y="239508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1028520" y="3311640"/>
            <a:ext cx="978372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Transporte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un WebSocket manda los frames de la cámara y recibe la escalada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762120" y="329040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1028520" y="3806640"/>
            <a:ext cx="98582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Deploy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imagen construida en AWS CodeBuild, backend </a:t>
            </a:r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on-demand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(se prende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1028520" y="4206960"/>
            <a:ext cx="17798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para el evento)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762120" y="378576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1028520" y="4701960"/>
            <a:ext cx="76946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Estado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sin base de datos: todo vive en memoria por conexión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762120" y="468108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62120" y="1665000"/>
            <a:ext cx="688284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¿Y si el sistema realmente te juzgara?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961280" y="4370040"/>
            <a:ext cx="81529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HumanDetector solo lleva esa lógica </a:t>
            </a:r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hasta el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1614240" y="4827240"/>
            <a:ext cx="883044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final</a:t>
            </a:r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. La parte incómoda es que ya la viste antes.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1028520" y="2606760"/>
            <a:ext cx="633168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Bancos que te piden una selfie para abrir una cuenta.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762120" y="258552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1028520" y="3101760"/>
            <a:ext cx="905616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"Liveness detection": girá la cabeza, parpadeá, seguí el punto con la mirada.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762120" y="308088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1028520" y="3597120"/>
            <a:ext cx="80618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Cada año, más gates de "probá que sos humano" — y más difíciles.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762120" y="357624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762120" y="1473120"/>
            <a:ext cx="15368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M O R A L E J 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762120" y="1869120"/>
            <a:ext cx="10902600" cy="809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57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Le pedimos a las máquinas que</a:t>
            </a:r>
            <a:endParaRPr lang="en-US" sz="5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62120" y="2659680"/>
            <a:ext cx="10740960" cy="809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57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nos </a:t>
            </a:r>
            <a:r>
              <a:rPr lang="en-US" sz="57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distingan</a:t>
            </a:r>
            <a:r>
              <a:rPr lang="en-US" sz="57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de las máquinas.</a:t>
            </a:r>
            <a:endParaRPr lang="en-US" sz="5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762120" y="3707280"/>
            <a:ext cx="1032156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El sistema no está roto: hace exactamente lo que promete — no confiar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762120" y="4193280"/>
            <a:ext cx="133632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en nadie.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762120" y="4811040"/>
            <a:ext cx="474768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Vos, mientras tanto, seguís con la mano levantada.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762120" y="5125320"/>
            <a:ext cx="347040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github.com/LorenGrz/HumanDetector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4195440" y="1471320"/>
            <a:ext cx="3800880" cy="3800880"/>
          </a:xfrm>
          <a:custGeom>
            <a:avLst/>
            <a:gdLst/>
            <a:ahLst/>
            <a:rect l="0" t="0" r="r" b="b"/>
            <a:pathLst>
              <a:path w="10558" h="10558">
                <a:moveTo>
                  <a:pt x="0" y="10333"/>
                </a:moveTo>
                <a:lnTo>
                  <a:pt x="0" y="225"/>
                </a:lnTo>
                <a:cubicBezTo>
                  <a:pt x="0" y="210"/>
                  <a:pt x="2" y="196"/>
                  <a:pt x="5" y="181"/>
                </a:cubicBezTo>
                <a:cubicBezTo>
                  <a:pt x="8" y="167"/>
                  <a:pt x="12" y="153"/>
                  <a:pt x="18" y="139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7" y="88"/>
                  <a:pt x="56" y="77"/>
                  <a:pt x="66" y="66"/>
                </a:cubicBezTo>
                <a:cubicBezTo>
                  <a:pt x="77" y="56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2"/>
                  <a:pt x="167" y="8"/>
                  <a:pt x="181" y="5"/>
                </a:cubicBezTo>
                <a:cubicBezTo>
                  <a:pt x="196" y="2"/>
                  <a:pt x="211" y="0"/>
                  <a:pt x="225" y="0"/>
                </a:cubicBezTo>
                <a:lnTo>
                  <a:pt x="10333" y="0"/>
                </a:lnTo>
                <a:cubicBezTo>
                  <a:pt x="10348" y="0"/>
                  <a:pt x="10363" y="2"/>
                  <a:pt x="10377" y="5"/>
                </a:cubicBezTo>
                <a:cubicBezTo>
                  <a:pt x="10392" y="8"/>
                  <a:pt x="10406" y="12"/>
                  <a:pt x="10419" y="17"/>
                </a:cubicBezTo>
                <a:cubicBezTo>
                  <a:pt x="10433" y="23"/>
                  <a:pt x="10446" y="30"/>
                  <a:pt x="10458" y="38"/>
                </a:cubicBezTo>
                <a:cubicBezTo>
                  <a:pt x="10471" y="46"/>
                  <a:pt x="10482" y="56"/>
                  <a:pt x="10492" y="66"/>
                </a:cubicBezTo>
                <a:cubicBezTo>
                  <a:pt x="10503" y="77"/>
                  <a:pt x="10512" y="88"/>
                  <a:pt x="10520" y="100"/>
                </a:cubicBezTo>
                <a:cubicBezTo>
                  <a:pt x="10529" y="113"/>
                  <a:pt x="10535" y="126"/>
                  <a:pt x="10541" y="139"/>
                </a:cubicBezTo>
                <a:cubicBezTo>
                  <a:pt x="10547" y="153"/>
                  <a:pt x="10551" y="167"/>
                  <a:pt x="10554" y="181"/>
                </a:cubicBezTo>
                <a:cubicBezTo>
                  <a:pt x="10557" y="196"/>
                  <a:pt x="10558" y="210"/>
                  <a:pt x="10558" y="225"/>
                </a:cubicBezTo>
                <a:lnTo>
                  <a:pt x="10558" y="10333"/>
                </a:lnTo>
                <a:cubicBezTo>
                  <a:pt x="10558" y="10348"/>
                  <a:pt x="10557" y="10363"/>
                  <a:pt x="10554" y="10377"/>
                </a:cubicBezTo>
                <a:cubicBezTo>
                  <a:pt x="10551" y="10392"/>
                  <a:pt x="10547" y="10406"/>
                  <a:pt x="10541" y="10419"/>
                </a:cubicBezTo>
                <a:cubicBezTo>
                  <a:pt x="10535" y="10433"/>
                  <a:pt x="10529" y="10446"/>
                  <a:pt x="10520" y="10458"/>
                </a:cubicBezTo>
                <a:cubicBezTo>
                  <a:pt x="10512" y="10471"/>
                  <a:pt x="10503" y="10482"/>
                  <a:pt x="10492" y="10492"/>
                </a:cubicBezTo>
                <a:cubicBezTo>
                  <a:pt x="10482" y="10503"/>
                  <a:pt x="10471" y="10512"/>
                  <a:pt x="10458" y="10520"/>
                </a:cubicBezTo>
                <a:cubicBezTo>
                  <a:pt x="10446" y="10528"/>
                  <a:pt x="10433" y="10535"/>
                  <a:pt x="10419" y="10541"/>
                </a:cubicBezTo>
                <a:cubicBezTo>
                  <a:pt x="10406" y="10547"/>
                  <a:pt x="10392" y="10551"/>
                  <a:pt x="10377" y="10554"/>
                </a:cubicBezTo>
                <a:cubicBezTo>
                  <a:pt x="10363" y="10557"/>
                  <a:pt x="10348" y="10558"/>
                  <a:pt x="10333" y="10558"/>
                </a:cubicBezTo>
                <a:lnTo>
                  <a:pt x="225" y="10558"/>
                </a:lnTo>
                <a:cubicBezTo>
                  <a:pt x="211" y="10558"/>
                  <a:pt x="196" y="10557"/>
                  <a:pt x="181" y="10554"/>
                </a:cubicBezTo>
                <a:cubicBezTo>
                  <a:pt x="167" y="10551"/>
                  <a:pt x="153" y="10547"/>
                  <a:pt x="139" y="10541"/>
                </a:cubicBezTo>
                <a:cubicBezTo>
                  <a:pt x="126" y="10535"/>
                  <a:pt x="113" y="10528"/>
                  <a:pt x="100" y="10520"/>
                </a:cubicBezTo>
                <a:cubicBezTo>
                  <a:pt x="88" y="10512"/>
                  <a:pt x="77" y="10503"/>
                  <a:pt x="66" y="10492"/>
                </a:cubicBezTo>
                <a:cubicBezTo>
                  <a:pt x="56" y="10482"/>
                  <a:pt x="47" y="10471"/>
                  <a:pt x="38" y="10458"/>
                </a:cubicBezTo>
                <a:cubicBezTo>
                  <a:pt x="30" y="10446"/>
                  <a:pt x="23" y="10433"/>
                  <a:pt x="18" y="10419"/>
                </a:cubicBezTo>
                <a:cubicBezTo>
                  <a:pt x="12" y="10406"/>
                  <a:pt x="8" y="10392"/>
                  <a:pt x="5" y="10377"/>
                </a:cubicBezTo>
                <a:cubicBezTo>
                  <a:pt x="2" y="10363"/>
                  <a:pt x="0" y="10348"/>
                  <a:pt x="0" y="1033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4195440" y="1471320"/>
            <a:ext cx="3800880" cy="3800880"/>
          </a:xfrm>
          <a:custGeom>
            <a:avLst/>
            <a:gdLst/>
            <a:ahLst/>
            <a:rect l="0" t="0" r="r" b="b"/>
            <a:pathLst>
              <a:path w="10558" h="10558">
                <a:moveTo>
                  <a:pt x="0" y="10333"/>
                </a:moveTo>
                <a:lnTo>
                  <a:pt x="0" y="225"/>
                </a:lnTo>
                <a:cubicBezTo>
                  <a:pt x="0" y="210"/>
                  <a:pt x="2" y="196"/>
                  <a:pt x="5" y="181"/>
                </a:cubicBezTo>
                <a:cubicBezTo>
                  <a:pt x="8" y="167"/>
                  <a:pt x="12" y="153"/>
                  <a:pt x="18" y="139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7" y="88"/>
                  <a:pt x="56" y="77"/>
                  <a:pt x="66" y="66"/>
                </a:cubicBezTo>
                <a:cubicBezTo>
                  <a:pt x="77" y="56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2"/>
                  <a:pt x="167" y="8"/>
                  <a:pt x="181" y="5"/>
                </a:cubicBezTo>
                <a:cubicBezTo>
                  <a:pt x="196" y="2"/>
                  <a:pt x="211" y="0"/>
                  <a:pt x="225" y="0"/>
                </a:cubicBezTo>
                <a:lnTo>
                  <a:pt x="10333" y="0"/>
                </a:lnTo>
                <a:cubicBezTo>
                  <a:pt x="10348" y="0"/>
                  <a:pt x="10363" y="2"/>
                  <a:pt x="10377" y="5"/>
                </a:cubicBezTo>
                <a:cubicBezTo>
                  <a:pt x="10392" y="8"/>
                  <a:pt x="10406" y="12"/>
                  <a:pt x="10419" y="17"/>
                </a:cubicBezTo>
                <a:cubicBezTo>
                  <a:pt x="10433" y="23"/>
                  <a:pt x="10446" y="30"/>
                  <a:pt x="10458" y="38"/>
                </a:cubicBezTo>
                <a:cubicBezTo>
                  <a:pt x="10471" y="46"/>
                  <a:pt x="10482" y="56"/>
                  <a:pt x="10492" y="66"/>
                </a:cubicBezTo>
                <a:cubicBezTo>
                  <a:pt x="10503" y="77"/>
                  <a:pt x="10512" y="88"/>
                  <a:pt x="10520" y="100"/>
                </a:cubicBezTo>
                <a:cubicBezTo>
                  <a:pt x="10529" y="113"/>
                  <a:pt x="10535" y="126"/>
                  <a:pt x="10541" y="139"/>
                </a:cubicBezTo>
                <a:cubicBezTo>
                  <a:pt x="10547" y="153"/>
                  <a:pt x="10551" y="167"/>
                  <a:pt x="10554" y="181"/>
                </a:cubicBezTo>
                <a:cubicBezTo>
                  <a:pt x="10557" y="196"/>
                  <a:pt x="10558" y="210"/>
                  <a:pt x="10558" y="225"/>
                </a:cubicBezTo>
                <a:lnTo>
                  <a:pt x="10558" y="10333"/>
                </a:lnTo>
                <a:cubicBezTo>
                  <a:pt x="10558" y="10348"/>
                  <a:pt x="10557" y="10363"/>
                  <a:pt x="10554" y="10377"/>
                </a:cubicBezTo>
                <a:cubicBezTo>
                  <a:pt x="10551" y="10392"/>
                  <a:pt x="10547" y="10406"/>
                  <a:pt x="10541" y="10419"/>
                </a:cubicBezTo>
                <a:cubicBezTo>
                  <a:pt x="10535" y="10433"/>
                  <a:pt x="10529" y="10446"/>
                  <a:pt x="10520" y="10458"/>
                </a:cubicBezTo>
                <a:cubicBezTo>
                  <a:pt x="10512" y="10471"/>
                  <a:pt x="10503" y="10482"/>
                  <a:pt x="10492" y="10492"/>
                </a:cubicBezTo>
                <a:cubicBezTo>
                  <a:pt x="10482" y="10503"/>
                  <a:pt x="10471" y="10512"/>
                  <a:pt x="10458" y="10520"/>
                </a:cubicBezTo>
                <a:cubicBezTo>
                  <a:pt x="10446" y="10528"/>
                  <a:pt x="10433" y="10535"/>
                  <a:pt x="10419" y="10541"/>
                </a:cubicBezTo>
                <a:cubicBezTo>
                  <a:pt x="10406" y="10547"/>
                  <a:pt x="10392" y="10551"/>
                  <a:pt x="10377" y="10554"/>
                </a:cubicBezTo>
                <a:cubicBezTo>
                  <a:pt x="10363" y="10557"/>
                  <a:pt x="10348" y="10558"/>
                  <a:pt x="10333" y="10558"/>
                </a:cubicBezTo>
                <a:lnTo>
                  <a:pt x="225" y="10558"/>
                </a:lnTo>
                <a:cubicBezTo>
                  <a:pt x="211" y="10558"/>
                  <a:pt x="196" y="10557"/>
                  <a:pt x="181" y="10554"/>
                </a:cubicBezTo>
                <a:cubicBezTo>
                  <a:pt x="167" y="10551"/>
                  <a:pt x="153" y="10547"/>
                  <a:pt x="139" y="10541"/>
                </a:cubicBezTo>
                <a:cubicBezTo>
                  <a:pt x="126" y="10535"/>
                  <a:pt x="113" y="10528"/>
                  <a:pt x="100" y="10520"/>
                </a:cubicBezTo>
                <a:cubicBezTo>
                  <a:pt x="88" y="10512"/>
                  <a:pt x="77" y="10503"/>
                  <a:pt x="66" y="10492"/>
                </a:cubicBezTo>
                <a:cubicBezTo>
                  <a:pt x="56" y="10482"/>
                  <a:pt x="47" y="10471"/>
                  <a:pt x="38" y="10458"/>
                </a:cubicBezTo>
                <a:cubicBezTo>
                  <a:pt x="30" y="10446"/>
                  <a:pt x="23" y="10433"/>
                  <a:pt x="18" y="10419"/>
                </a:cubicBezTo>
                <a:cubicBezTo>
                  <a:pt x="12" y="10406"/>
                  <a:pt x="8" y="10392"/>
                  <a:pt x="5" y="10377"/>
                </a:cubicBezTo>
                <a:cubicBezTo>
                  <a:pt x="2" y="10363"/>
                  <a:pt x="0" y="10348"/>
                  <a:pt x="0" y="10333"/>
                </a:cubicBezTo>
                <a:close/>
              </a:path>
            </a:pathLst>
          </a:custGeom>
          <a:noFill/>
          <a:ln w="28440">
            <a:solidFill>
              <a:srgbClr val="3DDC84"/>
            </a:solidFill>
            <a:miter/>
          </a:ln>
        </p:spPr>
        <p:txBody>
          <a:bodyPr lIns="14040" tIns="14040" rIns="14040" bIns="14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04" name=""/>
          <p:cNvPicPr/>
          <p:nvPr/>
        </p:nvPicPr>
        <p:blipFill>
          <a:blip r:embed="rId1"/>
          <a:stretch/>
        </p:blipFill>
        <p:spPr>
          <a:xfrm>
            <a:off x="4381560" y="1657440"/>
            <a:ext cx="3428640" cy="342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5" name=""/>
          <p:cNvSpPr txBox="1"/>
          <p:nvPr/>
        </p:nvSpPr>
        <p:spPr>
          <a:xfrm>
            <a:off x="4105080" y="635400"/>
            <a:ext cx="4096800" cy="63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5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CONECTEMOS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888800" y="5586840"/>
            <a:ext cx="2255760" cy="27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lorengrz.github.io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4469400" y="5925240"/>
            <a:ext cx="316908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Mi portfolio. Acá </a:t>
            </a:r>
            <a:r>
              <a:rPr lang="en-US" sz="165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sí</a:t>
            </a:r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 te dejan pasar.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LibreOffice/26.2.5.2$Linux_X86_64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